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7" r:id="rId1"/>
  </p:sldMasterIdLst>
  <p:notesMasterIdLst>
    <p:notesMasterId r:id="rId50"/>
  </p:notesMasterIdLst>
  <p:sldIdLst>
    <p:sldId id="262" r:id="rId2"/>
    <p:sldId id="318" r:id="rId3"/>
    <p:sldId id="306" r:id="rId4"/>
    <p:sldId id="307" r:id="rId5"/>
    <p:sldId id="308" r:id="rId6"/>
    <p:sldId id="309" r:id="rId7"/>
    <p:sldId id="263" r:id="rId8"/>
    <p:sldId id="310" r:id="rId9"/>
    <p:sldId id="311" r:id="rId10"/>
    <p:sldId id="304" r:id="rId11"/>
    <p:sldId id="312" r:id="rId12"/>
    <p:sldId id="315" r:id="rId13"/>
    <p:sldId id="316" r:id="rId14"/>
    <p:sldId id="314" r:id="rId15"/>
    <p:sldId id="317" r:id="rId16"/>
    <p:sldId id="319" r:id="rId17"/>
    <p:sldId id="320" r:id="rId18"/>
    <p:sldId id="321" r:id="rId19"/>
    <p:sldId id="322" r:id="rId20"/>
    <p:sldId id="323" r:id="rId21"/>
    <p:sldId id="325" r:id="rId22"/>
    <p:sldId id="326" r:id="rId23"/>
    <p:sldId id="327" r:id="rId24"/>
    <p:sldId id="351" r:id="rId25"/>
    <p:sldId id="352" r:id="rId26"/>
    <p:sldId id="329" r:id="rId27"/>
    <p:sldId id="330" r:id="rId28"/>
    <p:sldId id="328" r:id="rId29"/>
    <p:sldId id="331" r:id="rId30"/>
    <p:sldId id="332" r:id="rId31"/>
    <p:sldId id="334" r:id="rId32"/>
    <p:sldId id="336" r:id="rId33"/>
    <p:sldId id="335" r:id="rId34"/>
    <p:sldId id="337" r:id="rId35"/>
    <p:sldId id="338" r:id="rId36"/>
    <p:sldId id="339" r:id="rId37"/>
    <p:sldId id="341" r:id="rId38"/>
    <p:sldId id="342" r:id="rId39"/>
    <p:sldId id="343" r:id="rId40"/>
    <p:sldId id="324" r:id="rId41"/>
    <p:sldId id="344" r:id="rId42"/>
    <p:sldId id="345" r:id="rId43"/>
    <p:sldId id="313" r:id="rId44"/>
    <p:sldId id="346" r:id="rId45"/>
    <p:sldId id="347" r:id="rId46"/>
    <p:sldId id="349" r:id="rId47"/>
    <p:sldId id="348" r:id="rId48"/>
    <p:sldId id="350" r:id="rId49"/>
  </p:sldIdLst>
  <p:sldSz cx="9144000" cy="6858000" type="screen4x3"/>
  <p:notesSz cx="6934200" cy="9118600"/>
  <p:defaultTextStyle>
    <a:defPPr>
      <a:defRPr lang="en-US"/>
    </a:defPPr>
    <a:lvl1pPr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1pPr>
    <a:lvl2pPr marL="457200"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2pPr>
    <a:lvl3pPr marL="914400"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3pPr>
    <a:lvl4pPr marL="1371600"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4pPr>
    <a:lvl5pPr marL="1828800"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5pPr>
    <a:lvl6pPr marL="2286000" algn="l" defTabSz="914400" rtl="0" eaLnBrk="1" latinLnBrk="0" hangingPunct="1">
      <a:defRPr kern="1200">
        <a:solidFill>
          <a:schemeClr val="tx1"/>
        </a:solidFill>
        <a:latin typeface="Times" panose="02020603050405020304" pitchFamily="18" charset="0"/>
        <a:ea typeface="楷体_GB2312"/>
        <a:cs typeface="楷体_GB2312"/>
      </a:defRPr>
    </a:lvl6pPr>
    <a:lvl7pPr marL="2743200" algn="l" defTabSz="914400" rtl="0" eaLnBrk="1" latinLnBrk="0" hangingPunct="1">
      <a:defRPr kern="1200">
        <a:solidFill>
          <a:schemeClr val="tx1"/>
        </a:solidFill>
        <a:latin typeface="Times" panose="02020603050405020304" pitchFamily="18" charset="0"/>
        <a:ea typeface="楷体_GB2312"/>
        <a:cs typeface="楷体_GB2312"/>
      </a:defRPr>
    </a:lvl7pPr>
    <a:lvl8pPr marL="3200400" algn="l" defTabSz="914400" rtl="0" eaLnBrk="1" latinLnBrk="0" hangingPunct="1">
      <a:defRPr kern="1200">
        <a:solidFill>
          <a:schemeClr val="tx1"/>
        </a:solidFill>
        <a:latin typeface="Times" panose="02020603050405020304" pitchFamily="18" charset="0"/>
        <a:ea typeface="楷体_GB2312"/>
        <a:cs typeface="楷体_GB2312"/>
      </a:defRPr>
    </a:lvl8pPr>
    <a:lvl9pPr marL="3657600" algn="l" defTabSz="914400" rtl="0" eaLnBrk="1" latinLnBrk="0" hangingPunct="1">
      <a:defRPr kern="1200">
        <a:solidFill>
          <a:schemeClr val="tx1"/>
        </a:solidFill>
        <a:latin typeface="Times" panose="02020603050405020304" pitchFamily="18" charset="0"/>
        <a:ea typeface="楷体_GB2312"/>
        <a:cs typeface="楷体_GB231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72">
          <p15:clr>
            <a:srgbClr val="A4A3A4"/>
          </p15:clr>
        </p15:guide>
        <p15:guide id="2" pos="21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6136"/>
    <a:srgbClr val="18605A"/>
    <a:srgbClr val="555555"/>
    <a:srgbClr val="222222"/>
    <a:srgbClr val="EEEEEE"/>
    <a:srgbClr val="ED181E"/>
    <a:srgbClr val="E6E658"/>
    <a:srgbClr val="FFE9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18" autoAdjust="0"/>
    <p:restoredTop sz="94434" autoAdjust="0"/>
  </p:normalViewPr>
  <p:slideViewPr>
    <p:cSldViewPr>
      <p:cViewPr varScale="1">
        <p:scale>
          <a:sx n="127" d="100"/>
          <a:sy n="127" d="100"/>
        </p:scale>
        <p:origin x="1368" y="176"/>
      </p:cViewPr>
      <p:guideLst>
        <p:guide orient="horz" pos="2160"/>
        <p:guide pos="2880"/>
      </p:guideLst>
    </p:cSldViewPr>
  </p:slideViewPr>
  <p:outlineViewPr>
    <p:cViewPr>
      <p:scale>
        <a:sx n="33" d="100"/>
        <a:sy n="33" d="100"/>
      </p:scale>
      <p:origin x="0" y="-24156"/>
    </p:cViewPr>
  </p:outlineViewPr>
  <p:notesTextViewPr>
    <p:cViewPr>
      <p:scale>
        <a:sx n="1" d="1"/>
        <a:sy n="1" d="1"/>
      </p:scale>
      <p:origin x="0" y="0"/>
    </p:cViewPr>
  </p:notesTextViewPr>
  <p:sorterViewPr>
    <p:cViewPr>
      <p:scale>
        <a:sx n="66" d="100"/>
        <a:sy n="66" d="100"/>
      </p:scale>
      <p:origin x="0" y="2304"/>
    </p:cViewPr>
  </p:sorterViewPr>
  <p:notesViewPr>
    <p:cSldViewPr>
      <p:cViewPr varScale="1">
        <p:scale>
          <a:sx n="82" d="100"/>
          <a:sy n="82" d="100"/>
        </p:scale>
        <p:origin x="-1800" y="-96"/>
      </p:cViewPr>
      <p:guideLst>
        <p:guide orient="horz" pos="2872"/>
        <p:guide pos="218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7:48:24.541"/>
    </inkml:context>
    <inkml:brush xml:id="br0">
      <inkml:brushProperty name="width" value="0.05292" units="cm"/>
      <inkml:brushProperty name="height" value="0.05292" units="cm"/>
      <inkml:brushProperty name="color" value="#FF0000"/>
    </inkml:brush>
  </inkml:definitions>
  <inkml:trace contextRef="#ctx0" brushRef="#br0">1777 12479 24575,'0'40'0,"0"20"0,0-16 0,0 4 0,0-9 0,0 2 0,0 0 0,0 2 0,0 0 0,0 0 0,0 0 0,-1 0 0,2-1 0,-1 16 0,1 0 0,2-5 0,1 0 0,0 0 0,1 0 0,1-3 0,1 1 0,0-2 0,0-1 0,-2-6 0,1-1 0,-1-7 0,-1-1 0,1 22 0,-3-27 0,-1 1 0,-1-8 0,0 17 0,0 17 0,0-22 0,0 2 0,0 2 0,0 1 0,0-1 0,0 0 0,0-4 0,0-1 0,-3 24 0,-4-8 0,-3-7 0,-5-6 0,0-7 0,3-5 0,4 0 0,5 1 0,2 0 0,1-2 0,0-5 0,0-5 0,0-3 0,0-5 0,0-2 0,0-1 0</inkml:trace>
  <inkml:trace contextRef="#ctx0" brushRef="#br0" timeOffset="1968">1759 11700 24575,'0'22'0,"0"5"0,0 11 0,0 10 0,0 5 0,0 0 0,0-5 0,0-4 0,0-1 0,0 3 0,1 6 0,4 3 0,2-4 0,0-10 0,-2-13 0,-3-9 0,0-4 0,-1 2 0,1 3 0,-2 5 0,0 2 0,0 2 0,0 1 0,0-2 0,0-3 0,0-4 0,0-5 0,0-5 0,0-3 0,1-4 0,-1-3 0,1-1 0</inkml:trace>
  <inkml:trace contextRef="#ctx0" brushRef="#br0" timeOffset="6143">1814 11739 24575,'21'0'0,"22"0"0,-10 0 0,3 0 0,12 0 0,4 0 0,-13 0 0,1 0 0,2 0-483,5 0 0,3 0 1,0 0 482,6 0 0,1 0 0,0 0 0,0 0 0,0 0 0,-1 0 0,-2 0 0,-2 0 0,-1 0 117,-9 0 0,-1 0 1,-2 0-118,4 1 0,-5 1 0,18 2 0,-23 2 0,-7 1 0,5-2 1096,4-1-1096,5-1 0,1 0 0,-2 1 0,-1 3 0,-2 0 0,-2 1 0,-3 4 0,-3 1 0,-4 1 0,-5 0 0,-5-3 0,-5-5 0,-6-3 0,-6-3 0,-5 3 0,-3 4 0,-8 13 0,-6 22 0,9-9 0,0 4 0,-1 10 0,1 3 0,1 5 0,2 3-245,5-16 1,0 1-1,0 1 245,0 1 0,1 1 0,-1 1 0,1 4 0,-1 2 0,1 1-408,1-8 1,1 1 0,0 0 0,0 1 407,2 0 0,-1 1 0,1 0 0,1 1 0,0-1 0,0 1 0,1 0 0,0-1-259,0 11 1,0-1 0,0-2 258,1-6 0,-1-2 0,0-1 0,0-5 0,-1 0 0,1-2 0,-2 14 0,1-2 0,0-4 0,0-3 322,1-7 0,1-2-322,-1 17 1617,-8-45-1617,6-1 877,-7-14-877,10 41 0,0 16 0,-1-18 0,-1 1 0,0 2 0,0 1 0,0 1 0,0 1 0,0 4 0,1 2 0,1 2 0,0-1 0,0 1 0,0-1 0,0-3 0,0-3 0,0-6 0,0-3 0,0 13 0,0-18 0,-1-11 0,-2-4 0,-3 2 0,-2 0 0,0 0 0,4-2 0,1-4 0,3-3 0,-2-3 0,-7 1 0,-8-3 0,-11-3 0,-11-5 0,-7-3 0,-5-1 0,1 2 0,1 1 0,0 1 0,-2 0 0,-2 0 0,2 4 0,4 2 0,4 0 0,1 1 0,1 1 0,-3-1 0,0 1 0,5-1 0,6-1 0,6-2 0,0 0 0,-2-1 0,-4 0 0,-3-1 0,-1 2 0,-1 2 0,4 0 0,1 1 0,5 0 0,4-1 0,3 1 0,3 0 0,4-1 0,3 2 0,3-1 0,2 2 0,-2 0 0,-2 0 0,-1 0 0,0 0 0,3 0 0,0 0 0,-4 0 0,-2 0 0,-2 0 0,-2 0 0,3 0 0,3 0 0,5-1 0,2 0 0,3-1 0,0 0 0,1-3 0,1-7 0,0-9 0,0-9 0,0-6 0,0-1 0,0 3 0,0 7 0,0 7 0,0 8 0,0 4 0,0 4 0,0 1 0,0 0 0,0 0 0,0 2 0,0-1 0</inkml:trace>
  <inkml:trace contextRef="#ctx0" brushRef="#br0" timeOffset="9847">2314 12122 24575,'0'26'0,"0"8"0,0 20 0,0-20 0,0 2 0,0 4 0,0 0 0,0 3 0,0-1 0,0-1 0,0 1 0,0-1 0,0-1 0,0 0 0,0-1 0,0-2 0,0 0 0,-1-6 0,1-1 0,-2 25 0,0-1 0,1-22 0,1 0 0,0 7 0,-1 1 0,1 2 0,0-1 0,0-4 0,0-2 0,0 15 0,0-19 0,-2-25 0,-12-26 0,-9-30 0,7 13 0,0-3 0,-2-6 0,1-2 0,3 1 0,1 0 0,2 0 0,1 1 0,2 2 0,1 0 0,3 3 0,0-1 0,0-1 0,1-1 0,1-5 0,0-1 0,0-1 0,1-1 0,0 1 0,0 0 0,1 4 0,0 3 0,0 8 0,0 2 0,0-20 0,2 18 0,2 13 0,2 4 0,6-3 0,8-6 0,9-8 0,5-1 0,5 2 0,3 4 0,2 7 0,-17 11 0,1 1 0,5-2 0,0 1 0,4-2 0,2 0 0,2 1 0,0 1 0,-1 2 0,-2 3 0,-5 1 0,-2 3 0,12 1 0,-21 7 0,-14 10 0,-6 15 0,-2 14 0,-5 16 0,-1-27 0,-3 0 0,-3 1 0,-3-1 0,-3 2 0,-1-1 0,0-2 0,0 1 0,2-1 0,1 1 0,2 0 0,1-1 0,0-2 0,-1-2 0,-15 21 0,1-13 0,2-11 0,1-7 0,-2-4 0,-1-2 0,3-1 0,7-3 0,7-4 0,7-1 0,-2 2 0,-4 2 0,-6 3 0,-2 0 0,3-2 0,5-1 0,4-2 0,4 0 0,2-2 0,0 1 0,0 2 0,2 5 0,7 7 0,7 6 0,3-1 0,-1-4 0,-5-7 0,-2-2 0,4-2 0,2-1 0,1 0 0,-2-2 0,2 4 0,5 8 0,8 8 0,2 7 0,-4-2 0,-8-7 0,-7-6 0,-7-8 0,-1 0 0,0-2 0,3 2 0,1 5 0,2 2 0,-1 2 0,-1-1 0,-4 0 0,-2 10 0,-2 14 0,2 15 0,-1-25 0,1 0 0,4 20 0,-2-15 0,-4-16 0,-3-10 0,-2-6 0,0-16 0,1-13 0,1 7 0,1-2 0</inkml:trace>
  <inkml:trace contextRef="#ctx0" brushRef="#br0" timeOffset="11299">2200 13639 24575,'-1'35'0,"-3"0"0,1 7 0,-2 0 0,-2-3 0,0-1 0,-1-4 0,1-3 0,1-5 0,0-3 0,1-1 0,2 0 0,2 1 0,1 2 0,0 1 0,0 0 0,-1-2 0,0-6 0,-2-5 0,0-5 0,1-8 0,1 1 0,1-6 0</inkml:trace>
  <inkml:trace contextRef="#ctx0" brushRef="#br0" timeOffset="13741">2200 13784 24575,'15'1'0,"7"6"0,6 8 0,4 8 0,1 13 0,2 7 0,-3 5 0,-3 0 0,-7-10 0,-7-7 0,-3-4 0,0-3 0,2 1 0,2 0 0,-1-2 0,-2-2 0,-2-3 0,-2-2 0,-2-3 0,-1-2 0,-3-2 0,-2-1 0,0-3 0,-1-1 0,-7-18 0,-4 0 0,-6-11 0,-3 9 0,2 5 0,0 2 0,-2 0 0,10 4 0,0 0 0</inkml:trace>
  <inkml:trace contextRef="#ctx0" brushRef="#br0" timeOffset="15309">2405 14145 24575,'-10'-2'0,"-2"-3"0,-3-2 0,0 0 0,2 0 0,4 4 0,3 0 0,2 2 0,0 1 0,0-1 0,-2-1 0,0-2 0,-1-1 0,-1 1 0,3 0 0,0 2 0,2 2 0,0 0 0,-2-1 0,0 0 0,-1-1 0,0 1 0,-3-1 0,-3-2 0,-1-1 0,0-1 0,4 0 0,4 1 0,3 1 0,2 1 0,0 1 0,0-1 0,-1 1 0,-1 1 0,-1 1 0,0 0 0,-1 0 0,2 0 0,-1-1 0,2 0 0,0-2 0,1 1 0,0-1 0,0 1 0,0 0 0,0 1 0</inkml:trace>
  <inkml:trace contextRef="#ctx0" brushRef="#br0" timeOffset="18846">2294 14504 24575,'0'29'0,"0"1"0,0 0 0,0-4 0,0-7 0,0-7 0,0-7 0,0-18 0,0-18 0,0-12 0,-3-2 0,0 11 0,-2 18 0,1 7 0,2 9 0,-1 0 0,0 4 0,-1 8 0,0 10 0,-2 6 0,2 5 0,1 1 0,1-2 0,2-1 0,0-9 0,0-5 0,0 0 0,-1 2 0,-1 3 0,1-1 0,-1-3 0,2-12 0,0-9 0,0-20 0,0-15 0,0-10 0,0-3 0,0 5 0,2 7 0,2 7 0,4 3 0,2 4 0,1 5 0,-2 4 0,-3 6 0,-3 3 0,-1 3 0,-1 2 0,1-1 0,-1 0 0,-1 1 0,2 0 0,2 2 0,4 0 0,8 8 0,8 14 0,4 12 0,1 15 0,-12-18 0,-1 7 0,-6-14 0,2 8 0,-2-1 0,-4-4 0,-2-6 0,-1-4 0,1-4 0,0-5 0,-1-3 0,2-3 0,-1-2 0,2 0 0,-2 0 0,2-4 0,12-10 0,16-14 0,-9 7 0,2-2 0,5-4 0,1-1 0,-2-1 0,-1-1 0,-4 3 0,-1 0 0,-4 0 0,-3 2 0,3-4 0,-6 7 0,-6 12 0,1 0 0,2-1 0,0 0 0,-3 3 0,-4 5 0,-3 15 0,-2 18 0,0 17 0,0-16 0,0 1 0,0 1 0,0-1 0,0 1 0,0-1 0,0 24 0,0-17 0,0-13 0,0-12 0,0-6 0,0-3 0,0-2 0,0-1 0,0 1 0,0 0 0,0 0 0,0-1 0,0 0 0,0-1 0</inkml:trace>
  <inkml:trace contextRef="#ctx0" brushRef="#br0" timeOffset="21737">5169 12686 24575,'-10'0'0,"-12"0"0,-19 2 0,-14 3 0,25-1 0,-2 1 0,-26 8 0,9 4 0,5 6 0,4 8 0,-1 12 0,19-18 0,0 1 0,-1 2 0,-1 1 0,-2 2 0,1-1 0,0 0 0,1 0 0,3 0 0,2 0 0,3-2 0,3 1 0,-3 27 0,10 3 0,4-28 0,2-1 0,-1 1 0,2 0 0,0 1 0,1 1 0,5 3 0,3 1 0,7 6 0,5 1 0,0-7 0,4-1 0,1 2-433,7 4 1,3 1-1,1 0 433,3 0 0,0 0 0,1 0 0,-1-2 0,-1-1 0,-1-1-39,-5-6 1,-1-1-1,-2-2 39,7 6 0,-2-3 0,-6-8 0,0-3 0,21 9 0,2-10 0,-24-12 0,1-1 645,6-1 0,1-2-645,5 0 0,1-2 62,5 0 0,0-2-62,0-3 0,0-3 0,-3-4 0,-2-3 0,-2-4 0,-3-5 0,-4-4 0,-3-3 0,-4 0 0,-2 0 0,-5 1 0,-1 1 0,8-19 0,-4 0 0,0-7 0,-11 21 0,-1-2 0,2-5 0,-2-1 0,-1-2 0,-1-2 0,-1-1 0,-2-2 0,-2-3 0,-1-1 0,-1-3 0,-2-1 0,-2 1 0,-2 0 0,-2 0 0,-2 1 0,-3 4 0,-1 1 0,-3 4 0,-1 2 0,0-2 0,0 4 0,-4-6 0,-4-3 0,8 22 0,-5-9 0,0-3 0,4 5 0,-2 3 0,-4 0 0,-5 0 0,-3 0 0,-1 0 0,-3 1 0,-2 3 0,-5 2 0,-2 7 0,1 4 0,-1 5 0,3 1 0,-3 0 0,-7 1 0,-4 1 0,-2 1 0,9 1 0,12 1 0,12 0 0,3 2 0,-1 0 0,-3 0 0,-4 0 0,0 0 0,2 2 0,1 1 0,3 4 0,6 1 0,3 1 0,4-2 0,1 0 0,-2 3 0,-4 4 0,-4 4 0,-1 4 0,2 1 0,1-1 0,3-3 0,5-3 0,6-6 0,1-2 0,2 1 0,0 0 0,0 3 0,3 2 0,-2-6 0,3 0 0,-3-8 0,1 0 0</inkml:trace>
  <inkml:trace contextRef="#ctx0" brushRef="#br0" timeOffset="24077">5072 13173 24575,'-12'3'0,"-2"4"0,-6 5 0,1 1 0,3 0 0,5-4 0,5-3 0,3 0 0,3 5 0,-2 5 0,0 6 0,1 1 0,-1-3 0,2-4 0,0-4 0,0-1 0,1 1 0,4-2 0,2-2 0,2-4 0,2-2 0,-1-2 0,1 0 0,-1 0 0,3 0 0,6 0 0,4 0 0,0 0 0,-5 0 0,-5 0 0,-4 0 0,-5 0 0,-1 0 0</inkml:trace>
  <inkml:trace contextRef="#ctx0" brushRef="#br0" timeOffset="26227">5130 13302 24575,'0'33'0,"3"2"0,1 4 0,2-1 0,-2-4 0,0-7 0,-2-4 0,-1-6 0,1-7 0,-2-1 0,0-6 0,1-1 0,1 0 0,-1 0 0,1-1 0,-1 0 0,0-2 0,1-10 0,-2-14 0,0-11 0,0-7 0,1 4 0,1 9 0,-1 3 0,1 4 0,-1 0 0,2-1 0,3 1 0,1 2 0,1 5 0,-3 2 0,-1 5 0,-1 1 0,-1 2 0,2-1 0,3-2 0,2-2 0,2-2 0,2 1 0,4 0 0,5 1 0,1 3 0,0 3 0,-3 3 0,-3 1 0,-4 4 0,-4 8 0,-5 10 0,-3 12 0,-1 4 0,0 0 0,-4-4 0,-2-6 0,-4-5 0,-1-4 0,3-6 0,4-3 0,0-2 0,2-3 0,-4-1 0,-5 0 0,-8-1 0,-9 1 0,-5 0 0,0-1 0,3-1 0,7-1 0,4 0 0,3 0 0,4 0 0,0 0 0,6 0 0,0 0 0,3 0 0,1 0 0,1 0 0</inkml:trace>
  <inkml:trace contextRef="#ctx0" brushRef="#br0" timeOffset="27884">5569 13280 24575,'0'27'0,"0"2"0,3 3 0,1-2 0,-1-7 0,1-4 0,0-2 0,3 1 0,6 4 0,4-1 0,3-1 0,-1-6 0,-3-5 0,-2-3 0,-3-3 0,2 0 0,1 0 0,1-1 0,0-1 0,0-1 0,2 0 0,8-4 0,5-5 0,-1-4 0,-6 0 0,-10 2 0,-8-2 0,-3-6 0,-2-7 0,0-3 0,0 2 0,0 4 0,0-2 0,0 1 0,0 0 0,0 3 0,0 5 0,0 0 0,0 2 0,0 1 0,0 1 0,0 5 0,-1 2 0,1 4 0,-1 0 0</inkml:trace>
  <inkml:trace contextRef="#ctx0" brushRef="#br0" timeOffset="77338">3648 11976 24575,'0'19'0,"0"5"0,1 8 0,2 3 0,4 0 0,3-2 0,1-1 0,1-3 0,-3-4 0,-1-4 0,-4-5 0,-3-5 0,1-3 0,-2-2 0,0-2 0,0-3 0,0-9 0,0-11 0,0-11 0,-2-8 0,-1-1 0,-1 0 0,1 0 0,1 2 0,2 6 0,0 8 0,0 10 0,0 5 0,0 3 0,0 2 0,0-2 0,0-2 0,0-1 0,0-1 0,0 1 0,0 3 0,0 0 0,0 2 0,0 0 0,0-1 0,0-4 0,0-2 0,3-6 0,9-2 0,12-2 0,16 0 0,10 3 0,2 5 0,-8 6 0,-12 3 0,-10 3 0,-9 0 0,1 1 0,2 3 0,1 3 0,-1 3 0,-3 0 0,-1 0 0,-2-1 0,-3 0 0,-3 0 0,-5 3 0,-8 2 0,-6 3 0,-5 2 0,-5 0 0,-1 1 0,2-1 0,1-2 0,7-4 0,2-1 0,1-2 0,-1-1 0,-5-2 0,-2-3 0,-5-1 0,-2-1 0,-3-2 0,2 0 0,5 0 0,11 0 0,3 0 0,7 0 0,-3 1 0,-3 0 0,0 2 0,-1 1 0,-2 0 0,0 2 0,1-2 0,4-1 0,3-2 0</inkml:trace>
  <inkml:trace contextRef="#ctx0" brushRef="#br0" timeOffset="79416">3861 12289 24575,'0'15'0,"0"4"0,0 6 0,-1 4 0,-1 1 0,-2 0 0,-1-4 0,1-4 0,0-3 0,2-6 0,0-4 0,2-3 0,0-1 0,0-1 0,0 0 0,0-1 0,0-1 0,0 0 0</inkml:trace>
  <inkml:trace contextRef="#ctx0" brushRef="#br0" timeOffset="81836">3729 12917 24575,'0'30'0,"0"7"0,0 9 0,0 5 0,0-2 0,0-2 0,0-10 0,0-11 0,0-7 0,0-11 0,0 1 0,0-10 0,0-8 0,0-13 0,0-13 0,0-10 0,0 1 0,0 4 0,0 5 0,0 1 0,0 1 0,1 3 0,1 4 0,1 8 0,0 7 0,-2 3 0,0 0 0,-1-4 0,0-3 0,2-2 0,1 0 0,0 3 0,1 1 0,-1 4 0,-1 2 0,1 1 0,2-1 0,2 0 0,5 1 0,8 2 0,4 1 0,5 2 0,0 1 0,-2 2 0,-3 4 0,-5 6 0,-7 9 0,-6 5 0,-4 2 0,-2-4 0,0-5 0,0-6 0,0-5 0,-1-1 0,-1 0 0,-2 1 0,-2 2 0,0-1 0,-2 0 0,-2 0 0,-2 1 0,-1-1 0,-2 0 0,-1-2 0,1-1 0,0-2 0,1-1 0,-3 0 0,-2-2 0,-1 1 0,3 0 0,4-1 0,5 1 0,3 0 0,2 1 0,0 0 0,-2 1 0,0-1 0,1-1 0,1 1 0,2-2 0,1 0 0</inkml:trace>
  <inkml:trace contextRef="#ctx0" brushRef="#br0" timeOffset="83823">3840 13284 24575,'19'-6'0,"7"-2"0,7-1 0,-1 3 0,-6 7 0,-7 11 0,-8 12 0,-5 9 0,-4 8 0,-4-2 0,-2-3 0,-3-7 0,-2-7 0,-1-6 0,-2-3 0,-1-3 0,-1-1 0,7-4 0,3-2 0,7-3 0,2 0 0,4 0 0,3 0 0,4 0 0,0 1 0,-2 1 0,-4-1 0,-3 0 0,1-1 0,3 0 0,2 0 0,0 0 0,-6 0 0,-4 0 0</inkml:trace>
  <inkml:trace contextRef="#ctx0" brushRef="#br0" timeOffset="85859">3620 14034 24575,'0'16'0,"0"13"0,0 13 0,0 8 0,0-5 0,0-9 0,0-9 0,0-9 0,0-6 0,0-10 0,0-14 0,0-19 0,0-19 0,0 20 0,0-2 0,0-1 0,0 1 0,0-27 0,0 10 0,0 12 0,0 9 0,0 7 0,0 1 0,0 2 0,2 0 0,2-2 0,1 1 0,0 1 0,-1 3 0,0 3 0,-2 4 0,0 2 0,1 2 0,2 2 0,6 2 0,6 1 0,4 7 0,0 6 0,-2 7 0,-4 6 0,-1 0 0,-5 0 0,-3 1 0,-4-1 0,-2 0 0,0 0 0,0-1 0,0-2 0,0-3 0,0-2 0,0-4 0,0-4 0,0-2 0,0-3 0,0 0 0,0 0 0,-1 3 0,-1 1 0,-2 0 0,-2-1 0,-4-2 0,-3-2 0,-2-2 0,0 1-6784,6-3 6784,3 2 0,4-7 0,1-2 0,1 1 0,0 0 0</inkml:trace>
  <inkml:trace contextRef="#ctx0" brushRef="#br0" timeOffset="87779">3762 14318 24575,'12'0'0,"4"0"0,4 0 0,0 0 0,-6 1 0,-5 3 0,-4 9 0,-6 13 0,-13 13 0,-14 10 0,10-23 0,-1-1 0,-19 18 0,11-11 0,12-12 0,10-13 0,11-11 0,14-13 0,12-7 0,4 0 0,-4 4 0,-10 9 0,-7 6 0,-3 4 0,1 2 0,0 3 0,-1 3 0,-4 2 0,-4 3 0,-2 3 0,-5 3 0,-8 6 0,-11 6 0,-9-1 0,-3-2 0,6-7 0,9-8 0,8-5 0,4-3 0,2-3 0,-2 0 0,-1 1 0,-2-1 0,5 1 0,2-2 0</inkml:trace>
  <inkml:trace contextRef="#ctx0" brushRef="#br0" timeOffset="89052">3704 15043 24575,'0'0'0</inkml:trace>
  <inkml:trace contextRef="#ctx0" brushRef="#br0" timeOffset="89669">3704 15229 24575,'0'0'0</inkml:trace>
  <inkml:trace contextRef="#ctx0" brushRef="#br0" timeOffset="91369">3693 15505 24575,'0'56'0,"0"0"0,0-21 0,0-1 0,0 0 0,0-1 0,0 0 0,0 0 0,0 22 0,0-14 0,0-14 0,0-18 0,0-7 0,-4-22 0,-5-25 0,1 10 0,-1-3 0,-1-9 0,1-3 0,1-1 0,1 1 0,2 0 0,2 2 0,1 6 0,2 2 0,-1 6 0,1 2 0,0-17 0,0 12 0,0 10 0,0 6 0,0 7 0,0 3 0,0 4 0,2 2 0,3 2 0,10 3 0,11 0 0,9 1 0,4 4 0,-4 6 0,-5 5 0,-7 3 0,-5 3 0,-4 3 0,-3 2 0,-1 3 0,-1-2 0,-2-4 0,-4-5 0,-2-5 0,-1-6 0,0-3 0,0-2 0,0 1 0,0 3 0,-3 2 0,-6 2 0,-6 0 0,-8 0 0,-7 0 0,-4 1 0,0-2 0,5-1 0,9-4 0,7-3 0,6 0 0,1 0 0,0-1 0,-5 0 0,4-1 0,0 0 0,7-2 0</inkml:trace>
  <inkml:trace contextRef="#ctx0" brushRef="#br0" timeOffset="94063">3871 15855 24575,'0'15'0,"2"10"0,3 13 0,4 4 0,0-6 0,-1-9 0,-3-11 0,-4-10 0,0-14 0,-1-19 0,2-17 0,3-12 0,1 2 0,0 7 0,-1 14 0,-1 12 0,-1 10 0,0 3 0,-1 5 0,-1-1 0,-1 1 0,0 1 0,0 0 0,0-1 0,1 1 0,3 1 0,3 3 0,6 7 0,6 9 0,2 9 0,0 6 0,1 0 0,3 4 0,3 3 0,1 1 0,-3-4 0,-7-10 0,-6-10 0,-5-7 0,-2-7 0,-1-1 0,-1-2 0,1-7 0,0-11 0,-2-19 0,-1-17 0,-2 22 0,0-1 0,1-1 0,0 1 0,0 2 0,1 2 0,4-22 0,-1 13 0,-1 9 0,-1 7 0,-1 4 0,0 5 0,-1 4 0,1 3 0,-1 2 0,-1 1 0,0-1 0,0 2 0,-1-2 0,1 2 0,-1 0 0</inkml:trace>
  <inkml:trace contextRef="#ctx0" brushRef="#br0" timeOffset="125382">4292 11810 24575,'0'0'0</inkml:trace>
  <inkml:trace contextRef="#ctx0" brushRef="#br0" timeOffset="131111">4229 11924 24575,'0'0'0</inkml:trace>
  <inkml:trace contextRef="#ctx0" brushRef="#br0" timeOffset="133450">4341 12029 24575,'30'-15'0,"-4"2"0,3 0 0,13-6 0,6 1 0,-9 3 0,2-1 0,2 2-720,6 0 1,2 1 0,0 1 719,4 1 0,1 1 0,-1 1 0,0 2 0,1 1 0,-2 2 0,-3 0 0,0 2 0,-2 0 221,-5 1 1,-2 0 0,-2 1-222,10 0 0,-2 0 181,-10 0 0,-2 0-181,17 1 0,-15 3 0,-4 9 1108,0 7-1108,6 9 23,3 3-23,-1-3 0,-4-2 0,-4-3 0,-5-1 0,-2-1 0,-4 0 0,-3 0 0,-4 0 0,-4 1 0,-5 1 0,-3 5 0,-2 4 0,-2 2 0,0 0 0,0-1 0,0-1 0,-5 0 0,-4 1 0,-8 2 0,-6 1 0,-1 0 0,3-2 0,4-3 0,7-3 0,3-4 0,3-1 0,1-4 0,2-1 0,1-2 0,-1-4 0,-1-3 0,0-2 0,-1 1 0,0-1 0,1 0 0,0-1 0,1-4 0,1-1 0</inkml:trace>
  <inkml:trace contextRef="#ctx0" brushRef="#br0" timeOffset="135052">5790 12442 24575,'0'19'0,"-1"3"0,1 4 0,2 6 0,5 6 0,6 4 0,7 2 0,-1-2 0,-2-9 0,-3-8 0,-6-8 0,-2-6 0,-3-3 0,-2-2 0,0-4 0,1-1 0,2-1 0,0 0 0,2 0 0,4 0 0,11-1 0,10-4 0,7-2 0,-3 0 0,-11 1 0,-9 3 0,-6 0 0,-2-2 0,0-4 0,4-7 0,5-4 0,1-3 0,-1 4 0,-1 5 0,-9 7 0,0 3 0</inkml:trace>
  <inkml:trace contextRef="#ctx0" brushRef="#br0" timeOffset="-207000.73">15825 4159 24575,'0'19'0,"0"10"0,0 16 0,0 8 0,0 3 0,0-2 0,0-9 0,0-6 0,2-7 0,-1-9 0,1-6 0,1-7 0,-1-5 0,-1-1 0,1 0 0,0 1 0,1 0 0,1 0 0,-1-1 0,1-1 0,2-2 0,13-6 0,28-21 0,-4-2 0,4-6 0,-5 2 0,3-2 0,0-3-471,-6 6 1,0-2 0,1 0 0,0-1 470,1-1 0,0 0 0,1-1 0,-2 1 0,-2 3 0,-1 1 0,-1 0 0,-1 0-144,7-4 1,-2 1 0,0 1 143,-7 5 0,-1 1 0,-1 1 0,5-4 0,-2 2 0,-7 5 0,-2 2 0,12-10 0,-12 11 1836,-9 7-1836,-6 7 118,-5 2 1,-3 3 0,-2 0 0</inkml:trace>
  <inkml:trace contextRef="#ctx0" brushRef="#br0" timeOffset="-144334.73">8079 12149 24575,'0'19'0,"1"25"0,3 4 0,2 8 0,0-1 0,1 4 0,1 3-1217,-1-14 1,0 2 0,1 2 0,0 0-1,1 2 1217,-1-5 0,1 2 0,0 1 0,1 0 0,0 1 0,0-1 0,0 2 0,1 1 0,-1 0 0,1 0 0,0-1 0,0 1 0,-1-1 0,1 0 0,0 0 0,0 0 0,-1-1 0,0-1 0,2 5 0,-2-1 0,1 0 0,-1-2 0,0 0-51,-2-4 1,0-1 0,-1-1 0,0-1 0,-1 0 50,0 7 0,0-2 0,-1 0 0,-1 0 0,-1-2 0,0-1 0,-1 0 0,0-1 123,-1 0 1,1 0-1,-2-1 1,1-1-124,-1 12 0,0-2 0,0-2-21,0-7 0,0-1 0,0-3 21,0 8 0,0-3 1404,0-11 1,0-2-1405,3 16 1853,3-8-1853,4-1 1153,2 10-1153,-7-19 0,-1 3 43,0 5 1,-2 2-44,-1 6 0,0 0 0,-1 0 0,-1-1 0,-2-1 0,-2-2 0,-4 2 0,-2 0 0,-3-3 0,-2-2 0,-1 0 0,-1-3 0,2-4 0,0-3 0,-7 15 0,8-14 0,9-19 0,7-6 0,7-5 0,4 2 0,-5-1 0,0 2 0,-7-4 0,0 2 0,0-1 0,0 0 0,0 1 0,0 4 0,0 4 0,0 7 0,0 12 0,-3 11 0,-5 12 0,2-24 0,-1 0 0,-9 26 0,2-12 0,5-15 0,5-11 0,2-7 0,1-1 0,1-4 0,-1 0 0,0-1 0,-1 2 0,0 0 0,0 1 0,-1 3 0,-1 5 0,-1 5 0,-1 2 0,2-1 0,2-5 0,0-7 0,2-2 0,0-6 0,0 2 0,0 5 0,0 10 0,0 11 0,-2 5 0,1-1 0,-1-7 0,-1-7 0,1-4 0,1-1 0,0-1 0,1 1 0,3-8 0,12-4 0,19-10 0,22-7 0,-15 5 0,3-1 0,7-1 0,2 0 0,-13 5 0,0-1 0,1 2 0,1-1 0,0 2 0,1 0 0,-2 1 0,0 0 0,0 1 0,18 1 0,0 0 0,-5 0 0,-1 2 0,-2-1 0,0 0 0,-5 0 0,-2 0 0,-4 0 0,-1 0 0,-1 0 0,-1 0 0,1 0 0,0 0 0,1 0 0,1 0 0,3 0 0,0 0 0,0 0 0,1-1 0,1-2 0,1 0 0,0-2 0,-1 0 0,-1-2 0,0 1 0,-4-1 0,0 2 0,-2 2 0,-1 0 0,1 1 0,-1 2 0,-1 1 0,0 2 0,-2 2 0,-2 1 0,19 8 0,-14 3 0,-13-6 0,-9-5 0,-1-3 0,2-3 0,1 0 0,0 0 0,-8 0 0,-1 0 0,-5-3 0,1-13 0,3-34 0,-1 1 0,-1-8 0,-2 4 0,1-4 0,-2-2-519,1 8 1,-1-2 0,-1-1 0,1-1 518,-1-1 0,1-1 0,-1-1 0,0 1 0,1 2 0,-1-1 0,1 1 0,-1 1 0,0 3 0,1 0 0,-1 1 0,1 1-285,0-11 1,-1 2 0,1 0 284,-1 5 0,0 1 0,-1 1 0,0 5 0,-1 1 0,-1 1-59,0 3 0,-1 1 0,0 1 59,-3-19 0,-1 1 0,-1 2 0,1 0 0,0 3 0,0 0 0,3 1 0,0 0 0,0 0 0,1 0 0,0 2 0,1-1 0,0-3 0,1-1 0,0 2 0,0 0 0,1-1 0,0 1 0,1 0 0,0 1 0,2 1 0,1 0 0,1 0 0,0-1 0,1 0 0,-1 0 0,-1 2 0,0-1 0,-4 1 0,-1 1 0,-2 2 0,-1 1 978,0 4 1,-1 0-979,1 3 0,-1 1 469,1 4 1,-1 2-470,-4-22 207,-2 11-207,1 0 0,3 19 0,-1-30 0,-1 21 0,-2-3 0,-5-10 0,-3-3 0,3 11 0,-1-1 0,-1 0-175,-2 1 0,0-1 0,-1 1 175,0-2 0,0 1 0,1-2 0,1 0 0,0-2 0,1 1 0,3 1 0,1 0 0,2 2 0,-2-16 0,4 2 0,5 7 0,2 2 0,1 7 0,2 2 0,0-24 0,0 11 0,0 6 525,0 5-525,0 7 0,0 8 0,0 7 0,0 6 0,0 1 0,0 1 0,0-3 0,0 0 0,2 0 0,2-2 0,8-4 0,6-7 0,3-1 0,-1 2 0,-6 6 0,-7 7 0,-5 3 0,-7 3 0,-7 2 0,-10 0 0,-17 0 0,-19 2 0,20 1 0,-2 1 0,-6 1 0,-1 2 0,-1 0 0,1 1 0,2 0 0,1 0 0,4-2 0,2-1 0,5-1 0,2-1 0,-21-1 0,9-2 0,4 0 0,-2 0 0,-4-2 0,-4-1 0,-3-1 0,-1 1 0,-1 1 0,2 2 0,9 0 0,10 0 0,11 0 0,5 0 0,-3 0 0,-5 3 0,-6 3 0,1 4 0,3 2 0,0 1 0,0 0 0,-9 2 0,-5 0 0,-3 0 0,2-3 0,10-6 0,8-4 0,5-2 0,2 0 0,-1-4 0,-1-3 0,-1-1 0,1 1 0,0 5 0,1 1 0,-2 1 0,-4 1 0,-4 2 0,-3 4 0,3 3 0,6 1 0,6-2 0,8-4 0,2-3 0,3-2 0,-7 0 0,-5 0 0,-4 0 0,-2 0 0,3 0 0,3 0 0,3 0 0,3 0 0,3 0 0,1 1 0,0 1 0,-1 1 0,0-1 0,0 0 0,2-1 0,2 0 0,-1 1 0,0-1 0,0-1 0,-1 1 0,1 0 0,0 1 0,-3 0 0,-7 2 0,-10 5 0,-12 4 0,-4 1 0,4 0 0,11-4 0,12-4 0,8-3 0,2-2 0,1 0 0,-1 1 0,1-1 0,1 0 0,0 0 0</inkml:trace>
  <inkml:trace contextRef="#ctx0" brushRef="#br0" timeOffset="-141203.73">8500 15656 24575,'18'0'0,"17"0"0,17 3 0,-20-2 0,2 2 0,1-1 0,0 1 0,0 1 0,0-1 0,-1 0 0,-1 0 0,26 2 0,-6-1 0,0-2 0,5-1 0,-26-1 0,0 0 0,2 0 0,1 0 0,0 0 0,0 0 0,-2 0 0,1 0 0,-1 0 0,0 0 0,-1 0 0,0 0 0,-1 0 0,0 0 0,1 0 0,0 0 0,1 0 0,1 0 0,-1 0 0,1 0 0,2 0 0,0-1 0,3 0 0,1-1 0,1 0 0,1 0 0,2-1 0,0 0 0,1 0 0,0 1 0,-7 0 0,0 1 0,-5 0 0,-2 0 0,18 1 0,-11 0 0,-5 0 0,-7 0 0,-5 0 0,-5 1 0,0 1 0,3-1 0,-1 1 0,-1-1 0,-3 0 0,-4 1 0,3-1 0,3-1 0,6 0 0,0 0 0,-4 0 0,-5 0 0,-7 0 0,-2 0 0</inkml:trace>
  <inkml:trace contextRef="#ctx0" brushRef="#br0" timeOffset="-139255.73">9185 16135 24575,'-12'5'0,"-2"7"0,-3 8 0,-2 6 0,4 1 0,5-1 0,5 0 0,5 3 0,0 2 0,0 0 0,0-2 0,0-6 0,0-3 0,0-1 0,0 1 0,0-3 0,2-2 0,6-2 0,8-2 0,7-3 0,3-2 0,-1-2 0,-3-3 0,-2 1 0,0-2 0,2 0 0,5-5 0,10-7 0,9-13 0,-21 9 0,1-2 0,0-1 0,-1-1 0,-1 1 0,-1-1 0,20-16 0,-2-1 0,-4 2 0,-7 5 0,-11 7 0,-11 9 0,-10 4 0,-9 2 0,-7 2 0,-7 0 0,-3 1 0,1 0 0,-1-1 0,1 1 0,0 1 0,0 1 0,2 1 0,-1-1 0,-1-3 0,0 0 0,3-2 0,4-1 0,2 3 0,0 0 0,-2 2 0,-4 2 0,-2 1 0,-4 1 0,-1 2 0,3 4 0,5 2 0,7 1 0,6-3 0,6-3 0,3-2 0</inkml:trace>
  <inkml:trace contextRef="#ctx0" brushRef="#br0" timeOffset="-137187.73">9995 16093 24575,'-18'2'0,"-9"6"0,-6 4 0,-4 5 0,4 1 0,8-1 0,2-2 0,9-1 0,3 0 0,0 3 0,0 4 0,1 5 0,0 3 0,1 0 0,2-1 0,2-6 0,2-4 0,5-2 0,9-1 0,13-3 0,11-4 0,7-4 0,-2-4 0,-6 0 0,-3 1 0,0 1 0,-3 1 0,-4 1 0,-5 2 0,-3 4 0,-1 3 0,0 4 0,-3 1 0,-5 0 0,-4 1 0,-6 2 0,-9 0 0,-6 2 0,-4-3 0,-1-2 0,-1-3 0,-1-1 0,-4 1 0,-2-1 0,-2 1 0,2 0 0,2-4 0,4-1 0,3-3 0,3-2 0,5-1 0,3 0 0,4-2 0,3 0 0,1-1 0,0-1 0,-1 0 0,-4 0 0,-7 0 0,-8 0 0,-7 0 0,-6 0 0,1 0 0,4 0 0,5 0 0,8 0 0,6 0 0,7 0 0,2 0 0</inkml:trace>
  <inkml:trace contextRef="#ctx0" brushRef="#br0" timeOffset="-132094.73">8524 14622 24575,'19'0'0,"13"0"0,17 0 0,-17-1 0,2 1 0,4-1 0,0 0 0,0 0 0,0 0 0,0-1 0,1 2 0,-1-1 0,-1 1 0,3 0 0,-1 0 0,1 0 0,0 0 0,0 0 0,0 0 0,3 1 0,1 0 0,2 0 0,2 0 0,6 1 0,2-1 0,-15-1 0,1 1 0,0 0 0,0-1 0,0 0 0,0 0 0,0 0 0,0 0 0,-2 0 0,14 0 0,-4 0 0,-9 0 0,-4 0 0,15 0 0,-22 0 0,-17 0 0,-2 0 0,-2 0 0,8 0 0,7 0 0,11 0 0,15 0 0,-20 0 0,1 0 0,5 0 0,0 0 0,1-1 0,0 1 0,-4-1 0,0-1 0,23-4 0,-11-2 0,-10 0 0,-6 1 0,-6 3 0,-3 1 0,17-15 0,-22 13 0,11-13 0</inkml:trace>
  <inkml:trace contextRef="#ctx0" brushRef="#br0" timeOffset="-129653.73">8420 13811 24575,'37'0'0,"19"0"0,-15 0 0,4 0 0,10 0 0,4 0-592,-14 0 1,0 0-1,1 0 592,4 0 0,1 0 0,1 0 0,1 0 0,2 0 0,-1 0 0,0 0 0,-1 0 0,0 0 0,-2 0 0,-1 0 0,-1 0 0,-3 0 0,-2 0 0,0 0 287,12 0 0,-2 0-287,-11 0 0,-2 0 146,-8 0 1,-2 0-147,15 0 0,-11 0 0,-11 0 908,-6 0-908,-8 0 0,-1 0 0,-2 0 0,6 0 0,10 0 0,12 0 0,12-2 0,3-1 0,-6-2 0,-13 0 0,-13 0 0,-7 2 0,-4 2 0,1 0 0,1 1 0,2 0 0,6 0 0,3 0 0,4 0 0,-1 0 0,-5 0 0,-4 0 0,-2 0 0,3 0 0,2 0 0,4 0 0,3 2 0,3 0 0,-3 2 0,-4-1 0,-6 0 0,-5-1 0,-2 1 0,0 1 0,1 0 0,3 0 0,10-1 0,9-2 0,7-1 0,1 0 0,-10 0 0,-11 0 0,-8-1 0,-8-8 0,-3-3 0,0 1 0,1 2 0</inkml:trace>
  <inkml:trace contextRef="#ctx0" brushRef="#br0" timeOffset="-127670.73">8185 12970 24575,'18'-3'0,"18"0"0,19 3 0,-20 0 0,3 0 0,3 0 0,1 0 0,2 0 0,1 0 0,4 0 0,1 0 0,4 0 0,0 0 0,-1 0 0,1 0 0,-3 0 0,-1 0 0,-4 0 0,-3 0 0,-5 0 0,-2 0 0,-2 0 0,0 0 0,-3 1 0,0-1 0,0 2 0,-1 0 0,28 4 0,-11 1 0,-11 0 0,-11-3 0,-6-2 0,-6 0 0,-2-2 0,0 0 0,3 0 0,6-4 0,7-3 0,13-5 0,-12 2 0,3 1 0,8-1 0,3 2 0,5-1 0,3 1 0,2 1 0,1 2 0,-1 2 0,-1 1 0,-3 0 0,-2 1 0,-5 0 0,-1 1 0,-4 0 0,-1 0 0,-4 0 0,-2 1 0,25 1 0,-9 1 0,-12 0 0,-10-1 0,-7 0 0,-6-1 0,-5 0 0,-3 0 0</inkml:trace>
  <inkml:trace contextRef="#ctx0" brushRef="#br0" timeOffset="-91035.73">22058 11138 24575,'-26'16'0,"-3"9"0,-5 7 0,0 1 0,-2 5 0,-2 3-1205,1 0 0,-1 3 0,-1 1 0,0 2 1205,8-8 0,-2 1 0,2 1 0,-1 0 0,2 1 0,1-3 0,1 2 0,0-1 0,2 0 0,1-1 82,-3 7 1,1-1 0,2-1 0,2-1-83,0 4 0,3-2 0,0-1 510,-3 12 0,0-4-510,5-11 0,0-3 0,0-8 0,0-2 0,-17 17 2443,4-10-2443,6-6 1026,5-4-1026,4-1 0,4-4 0,4-3 0,1-3 0,4-7 0,0-1 0</inkml:trace>
  <inkml:trace contextRef="#ctx0" brushRef="#br0" timeOffset="-89566.73">21118 11313 24575,'11'1'0,"10"12"0,20 21 0,-15-6 0,1 5 0,3 10 0,-1 3 0,-1 3 0,-2 2 0,-3-1 0,0 0 0,-2-2 0,0-1 0,-1-6 0,0 0 0,0-3 0,0-1 0,-1-2 0,1-1 0,-1-2 0,1 0 0,-2-1 0,0-2 0,-1-1 0,-2-1 0,11 20 0,-6-5 0,-4-5 0,-3 0 0,0-4 0,-1-6 0,-3-7 0,-3-6 0,-3-5 0,0 0 0,-1-1 0,1 3 0,1 5 0,1 4 0,1 2 0,-2-4 0,-1-4 0,0-7 0,9-4 0,-8-3 0,6-1 0,-10 0 0</inkml:trace>
  <inkml:trace contextRef="#ctx0" brushRef="#br0" timeOffset="-87538.73">22222 11303 24575,'0'28'0,"0"23"0,0-10 0,0 5 0,0-7 0,0 2 0,0 0-450,0 5 0,0 1 0,0 0 450,0 2 0,0 0 0,0-1 0,0-2 0,0-2 0,0 0 220,0 15 0,0-2-220,0-8 0,0-1 111,0-6 1,0-1-112,0-3 0,0-2 0,0-2 0,0-1 0,0 26 687,0-13-687,0-12 0,0-11 0,0-16 0,0-52 0,0-28 0,0 18 0,0-4-501,0 6 1,0-8 0,0-2-1,0 3 501,0 9 0,0 0 0,0 2 0,0-1 0,0 0 0,0 1 0,1 0 0,-1 0-227,1 3 1,0-1-1,1 1 1,0 1 226,1-8 0,1 1 0,1 2 0,0 8 0,2 2 0,-1 2 0,4-10 0,1 5 0,6-13 0,-6 23 1904,-6 13-1904,-3 1 1004,-2 2-1004,0 0 0,0 1 0,0 3 0,2 5 0,2-2 0,6 2 0,10-5 0,14 0 0,19 1 0,-18 8 0,2 1 0,3 1 0,1 2 0,-1 2 0,-1 4 0,-4 3 0,-2 5 0,-4 6 0,-4 4 0,-3 6 0,-3 4 0,-1 4 0,-3 3 0,-3 0 0,-1 2 0,-1-1 0,-1-1 0,-3-4 0,0-1 0,-1 22 0,-6-12 0,-9-12 0,-11-5 0,-12 0 0,-15 1 0,19-14 0,-1 0 0,-3 1 0,-1-1 0,-3 0 0,0 0 0,1 0 0,0-1 0,-1 0 0,1-1 0,1 0 0,1-2 0,-22 8 0,13-5 0,13-5 0,7-4 0,-4-3 0,-3-2 0,0-1 0,5 0 0,9 0 0,9 0 0,4 0 0</inkml:trace>
  <inkml:trace contextRef="#ctx0" brushRef="#br0" timeOffset="-63926.73">20985 12746 24575,'43'4'0,"0"0"0,-5 2 0,2 2 0,2 1 0,14 3 0,3 2 0,1 1-843,-11-2 1,2 1-1,0 0 1,0 0 842,-2 0 0,-1-1 0,1 1 0,-1-1 0,11 3 0,-1-1 0,-2-1 241,-8-3 1,-2 0 0,-1-1-242,9 2 0,-2-1 314,-8-2 0,-2-1-314,-7-2 0,-2-1 0,26 3 0,-6-4 1736,-9-2-1736,-12 0 281,-10-2-281,-4 0 0,4 0 0,5 0 0,0 0 0,-4 0 0,-8 0 0,-6 2 0,-4-1 0,-3 0 0</inkml:trace>
  <inkml:trace contextRef="#ctx0" brushRef="#br0" timeOffset="16681.27">11183 8815 24575,'50'0'0,"-15"0"0,3 0 0,11 0 0,2 0 0,4 0 0,2 0 0,-1 0 0,0 0 0,-1 0 0,-1 0 0,0 0 0,-1 0 0,-4 0 0,-1 0 0,-6 0 0,-2 0 0,-5 0 0,-2 0 0,24 0 0,-5 0 0,-4 0 0,-3 0 0,-5 0 0,-5 0 0,0 1 0,5 0 0,7 1 0,6 0 0,-1-2 0,-1 0 0,-3 0 0,0 0 0,1 0 0,-6 0 0,0 0 0,2 0 0,7 0 0,-22 0 0,1 0 0,2 0 0,0 0 0,0 0 0,-1 0 0,27 0 0,-11 1 0,-8 2 0,1 2 0,6 2 0,10-1 0,-27-4 0,1 1 0,28 0 0,-2 0 0,-4-2 0,-1-1 0,-6 0 0,-7 0 0,-8 0 0,-2 0 0,3 0 0,4 0 0,5 0 0,-5 0 0,-6 0 0,-7 0 0,-10 0 0,-3 0 0,-4 0 0,-2 0 0,0 0 0,-1 0 0,2-1 0,3-1 0,3-1 0,2-1 0,0 1 0,-5 1 0,-3 1 0</inkml:trace>
  <inkml:trace contextRef="#ctx0" brushRef="#br0" timeOffset="52510.27">10988 9999 24575,'1'15'0,"3"3"0,3 4 0,1-1 0,-1-2 0,-4-8 0,-2-3 0,0-5 0,2-2 0,0-1 0,1 0 0,5-2 0,12-11 0,21-18 0,-10 5 0,2-2 0,6-7 0,0-1 0,1-2 0,0 0 0,-6 3 0,-3 0 0,-7 5 0,-3 2 0,8-18 0,-14 15 0,-8 11 0,-3 9 0,-2 6 0,-3 2 0,1 2 0</inkml:trace>
  <inkml:trace contextRef="#ctx0" brushRef="#br0" timeOffset="53862.27">12582 9565 24575,'0'20'0,"0"4"0,5 11 0,9 13 0,-2-18 0,2 1 0,2 2 0,1 1 0,1-2 0,0 0 0,-2-3 0,-1-1 0,8 14 0,-5-11 0,-8-12 0,1-9 0,3-4 0,7-3 0,6-3 0,6 0 0,10-2 0,15-7 0,-21 0 0,0-4 0,5-3 0,1-3 0,0-4 0,-1-2 0,-4 1 0,-3-1 0,-4 2 0,-3 2 0,17-12 0,-10 10 0,-4 7 0,4 1 0,2-1 0,-1 1 0,-3 1 0,-9 2 0,-12 6 0,-3 1 0</inkml:trace>
  <inkml:trace contextRef="#ctx0" brushRef="#br0" timeOffset="55066.27">14562 9859 24575,'21'1'0,"11"10"0,17 11 0,-20-7 0,0 3 0,0 3 0,0 1 0,-4-2 0,0 0 0,13 16 0,-10-8 0,-12-10 0,-5-6 0,-2-6 0,7-2 0,11-4 0,16-7 0,-14-5 0,2-3 0,3-7 0,0-3 0,2-7 0,-1-2 0,-2-1 0,-1 1 0,-7 4 0,-1 2 0,10-15 0,-13 20 0,-12 13 0,-4 8 0</inkml:trace>
  <inkml:trace contextRef="#ctx0" brushRef="#br0" timeOffset="126468.27">17059 13117 24575,'-23'0'0,"-17"0"0,-19 0 0,24 0 0,1 0 0,-2 0 0,1 0 0,-24 0 0,11 0 0,7 0 0,6 0 0,0 0 0,0 0 0,6 0 0,-1 0 0,-6 0 0,-9 2 0,-8 4 0,6 1 0,10 1 0,13 0 0,8 0 0,0 3 0,-2 5 0,-6 9 0,-4 7 0,-4 7 0,-4 8 0,2 0 0,5-2 0,5-7 0,8-7 0,4-3 0,6-1 0,3 4 0,4 5 0,6 3 0,6 0 0,5-5 0,2-4 0,0-1 0,0 5 0,0 3 0,-2 2 0,-2-6 0,-5-9 0,-1-8 0,0-4 0,2-1 0,7 1 0,18 1 0,16-1 0,-18-7 0,3-2 0,4 0 0,0 0 0,0-2 0,0-1 0,-1 0 0,0 0 0,-5 0 0,-1 0 0,-3 0 0,-1 0 0,0 0 0,0 0 0,2 0 0,1 0 0,4 0 0,1 0 0,3 0 0,0 0 0,3 1 0,0 0 0,1 2 0,-1 0 0,0 2 0,0 1 0,-2 1 0,-3 0 0,-3 0 0,-3-1 0,23 5 0,-13-4 0,-7-2 0,-6-2 0,-1-1 0,-2-2 0,2 0 0,3 0 0,-2-2 0,0-3 0,-2-7 0,0-5 0,0-4 0,0-4 0,-3-5 0,-5-7 0,-2-13 0,-12 20 0,0-1 0,-2-3 0,-2 0 0,0-1 0,-2 1 0,-3 2 0,-1 1 0,-6-18 0,-6 10 0,-4 4 0,-3 0 0,-1 0 0,1 4 0,5 7 0,4 8 0,-1 5 0,-2 3 0,-5 2 0,-2 0 0,-3 2 0,-1 1 0,-4 0 0,-3 0 0,-2 0 0,-2-3 0,-1-1 0,-2-3 0,-5-2 0,-2-1 0,2-1 0,5 2 0,10 2 0,9 2 0,3 2 0,-1-1 0,-5-1 0,-4 0 0,2 1 0,1 1 0,1 2 0,-5 2 0,-8 1 0,-4 1 0,2-2 0,8 1 0,10-1 0,11 0 0,6 0 0,4 0 0,1 0 0</inkml:trace>
  <inkml:trace contextRef="#ctx0" brushRef="#br0" timeOffset="131781.27">16171 12326 24575,'17'13'0,"-1"-2"0,-3 3 0,-1-3 0,-4 0 0,1 0 0,-1 1 0,0-1 0,-1-1 0,-1 0 0,0-1 0,-1-1 0,0-1 0,-2-2 0,0-1 0,5 3 0,5 1 0,2 1 0,2-1 0,-4-2 0,-4-3 0,-2-2 0,0-1 0,5 0 0,12-8 0,17-19 0,-14 8 0,0-4 0,4-5 0,0-1 0,1-2 0,1-1 0,0 0 0,1-1 0,4-2 0,0-1 0,4-1 0,1-1 0,1 0 0,0 1 0,-2 3 0,-1 1 0,-5 5 0,-3 1 0,-8 8 0,-3 1 0,8-6 0,-18 15 0,-6 4 0</inkml:trace>
  <inkml:trace contextRef="#ctx0" brushRef="#br0" timeOffset="133517.27">17293 14985 24575,'8'16'0,"9"12"0,12 15 0,5 6 0,-6-4 0,-9-10 0,-7-7 0,-2-2 0,-1-1 0,-1-4 0,-2-5 0,-2-6 0,-1-3 0,3 1 0,7 5 0,11 7 0,7 8 0,2-2 0,-5-5 0,-4-9 0,-3-9 0,2-11 0,8-19 0,-11 5 0,0-5 0,2-5 0,1-2 0,0-4 0,-1 0 0,-1-2 0,-1 0 0,-2 2 0,1 0 0,0 0 0,1 1 0,0 2 0,0 3 0,-1 3 0,1 2 0,14-13 0,-8 15 0,-9 11 0,-7 8 0,-5 3 0,-4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7:58:45.519"/>
    </inkml:context>
    <inkml:brush xml:id="br0">
      <inkml:brushProperty name="width" value="0.05292" units="cm"/>
      <inkml:brushProperty name="height" value="0.05292" units="cm"/>
      <inkml:brushProperty name="color" value="#FF0000"/>
    </inkml:brush>
  </inkml:definitions>
  <inkml:trace contextRef="#ctx0" brushRef="#br0">10395 12284 24575,'-17'7'0,"-6"8"0,-3 5 0,-5 9 0,6 7 0,5 13 0,12-18 0,3 2 0,2 5 0,1 2 0,-1 2 0,-1 0 0,2-4 0,0-1 0,0-2 0,0-1 0,-2 26 0,7-6 0,4-1 0,10-6 0,9-4 0,7-7 0,7-10 0,2-6 0,0-8 0,-3-5 0,-1-4 0,1-3 0,3-4 0,0-6 0,-4-5 0,-5-8 0,-3-6 0,-1-5 0,-2-3 0,-2-1 0,-4-1 0,0-2 0,-1-5 0,-3-2 0,-3-1 0,-5-5 0,-5-6 0,-3 28 0,-2 0 0,-3-4 0,-1 0 0,-4 1 0,-3 1 0,-3 0 0,-2 0 0,-1 4 0,0 1 0,-15-16 0,9 15 0,9 13 0,8 9 0,0 3 0,-10 0 0,-16-4 0,-17-4 0,-6-2 0,9 2 0,16 1 0,16 6 0,8 1 0,5 5 0,-2 0 0,-2 1 0,3-1 0,-1 0 0</inkml:trace>
  <inkml:trace contextRef="#ctx0" brushRef="#br0" timeOffset="5425">11673 12347 24575,'-19'0'0,"-5"0"0,-14 3 0,-6 3 0,1 2 0,4 2 0,8-2 0,7-1 0,3-1 0,6-2 0,0 1 0,-2 2 0,-6 3 0,-6 4 0,-7 6 0,-6 6 0,-2 7 0,4 1 0,8-5 0,12-7 0,10-3 0,6-1 0,4 0 0,0 1 0,8 2 0,15-2 0,21 0 0,-14-8 0,2-2 0,1 0 0,1 0 0,1 1 0,0-1 0,2 1 0,0 0 0,3-1 0,0 0 0,0 0 0,-1 0 0,-2-1 0,-3-1 0,16 6 0,-18-3 0,-14-1 0,-10 0 0,-5 3 0,-2 5 0,-1 6 0,0 4 0,-5 2 0,-6 2 0,-7-5 0,-7-1 0,-7-1 0,-5 0 0,-6 2 0,2-3 0,4-3 0,4-5 0,4-5 0,3-4 0,1-3 0,0-2 0,1-1 0,1 0 0,-1 0 0,-1 0 0,-4 0 0,-2 0 0,0 0 0,0 0 0,4 0 0,5 0 0,7 0 0,6 0 0,4 0 0,3 0 0</inkml:trace>
  <inkml:trace contextRef="#ctx0" brushRef="#br0" timeOffset="8833">10403 14357 24575,'0'57'0,"0"-20"0,0 3 0,0 11 0,0 2 0,0 1 0,0-1 0,0-7 0,0-1 0,0-9 0,0-1 0,2 19 0,0-11 0,1-5 0,0-3 0,-1-5 0,-1-5 0,-1-12 0,0-4 0</inkml:trace>
  <inkml:trace contextRef="#ctx0" brushRef="#br0" timeOffset="10684">5914 12332 24575,'38'-1'0,"17"-1"0,-16 1 0,2 0 0,6 0 0,-1 0 0,-1 0 0,-2 1 0,-5-1 0,-2 3 0,-5 9 0,-3 5 0,0 12 0,-10 24 0,-17-4 0,-10-2 0,-18 5 0,4-25 0,-3 0 0,-9 3 0,-3-1 0,-2 2 0,-2 0 0,0 0 0,2-2 0,3-2 0,2-2 0,8-5 0,2-1 0,-10 6 0,18-10 0,12-8 0,11-3 0,14-2 0,17 0 0,15 1 0,-22 0 0,1-1 0,1 0 0,0-1 0,24 0 0,-9 0 0,-8 0 0,-5 0 0,-3 0 0,-4 0 0,-4 0 0,-1 0 0,-2 0 0,1 0 0,-1 2 0,-2-1 0,5 4 0,7 4 0,15 2 0,11 2 0,-6-5 0,-17-3 0,-17-4 0</inkml:trace>
  <inkml:trace contextRef="#ctx0" brushRef="#br0" timeOffset="13809">13224 10272 24575,'24'0'0,"1"1"0,-3 5 0,-8 11 0,-11 18 0,-21 19 0,1-24 0,-4 1 0,-6 1 0,-3-2 0,-2-3 0,-1-2 0,4-5 0,1-2 0,-14 11 0,15-13 0,18-8 0,22-5 0,25-5 0,19-2 0,-24 2 0,-1 0 0,23-2 0,-15 2 0,-14 5 0,-10 7 0,-7 8 0,-4 9 0,-3 2 0,-2-3 0,0-5 0,0-4 0,0-6 0,0-4 0,0-2 0,0-1 0,-3 4 0,-5 4 0,-5 3 0,-4 1 0,-3 0 0,-4 0 0,-2 3 0,-1 1 0,3-1 0,5-2 0,7-5 0,5-4 0,1-4 0,2-1 0,-3-1 0,-2 3 0,-1-1 0,0-2 0,3-1 0,4-5 0,2-5 0,1 3 0,0-1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8:13:12.135"/>
    </inkml:context>
    <inkml:brush xml:id="br0">
      <inkml:brushProperty name="width" value="0.05292" units="cm"/>
      <inkml:brushProperty name="height" value="0.05292" units="cm"/>
      <inkml:brushProperty name="color" value="#FF0000"/>
    </inkml:brush>
  </inkml:definitions>
  <inkml:trace contextRef="#ctx0" brushRef="#br0">2910 3571 24575,'-28'1'0,"-14"7"0,9 1 0,-3 1 0,-6 5 0,-3 2 0,-1 4 0,-1 2 0,-1 0 0,0 1 0,4 1 0,0-1 0,3 0 0,1-2 0,5-3 0,2 0 0,-16 8 0,14-6 0,9-2 0,0 2 0,-3 5 0,0 2 0,7-1 0,10 0 0,7-1 0,7 1 0,5 0 0,5 0 0,6 2 0,6 4 0,7 5 0,8 5 0,-19-21 0,2-1 0,1 0 0,0-1 0,1-2 0,0 0 0,26 11 0,1-4 0,2-6 0,3-2 0,-23-9 0,2 0 0,3 0 0,1 0 0,2 1 0,1 0 0,-1 0 0,-1 0 0,-6 0 0,-3-1 0,17 8 0,-16-3 0,-9-2 0,1-3 0,5-4 0,6-2 0,7-2 0,4 0 0,2 0 0,6 0 0,1 0 0,-25-1 0,1 0 0,-1-2 0,1 0 0,28-8 0,-4-3 0,-2-1 0,2 0 0,-26 8 0,1 0 0,3 0 0,0 2 0,3 0 0,-1 1 0,2 0 0,-1 2 0,0 1 0,-1 0 0,-2 0 0,1 1 0,-2-1 0,0 2 0,0-1 0,1 0 0,-1 0 0,1 0 0,0 0 0,1 0 0,1 0 0,1 0 0,1 0 0,0 0 0,2 0 0,0 0 0,0 0 0,0 0 0,0 0 0,0 0 0,-2 0 0,-1 0 0,0 0 0,-1 0 0,-2 0 0,1 0 0,-3 0 0,0 0 0,0 1 0,0 0 0,26 1 0,-3 1 0,-4 1 0,-7 0 0,-3-1 0,-3 0 0,0 1 0,2 1 0,5-1 0,6 1 0,7-2 0,-25-1 0,1-1 0,-1 0 0,1-1 0,-1 1 0,1 0 0,-3 0 0,1 0 0,27 1 0,-1 0 0,1-2 0,-27 1 0,-1 0 0,1 0 0,0 1 0,24 0 0,-9-1 0,-13-1 0,-7 0 0,-4 0 0,-4 0 0,-1 0 0,-4-2 0,-3-3 0,-2-7 0,-2-8 0,-4-13 0,-1-13 0,-5-14 0,-1 27 0,-1-1 0,-4-1 0,-3 0 0,-3 0 0,-2 2 0,-3 0 0,-1 2 0,-3 2 0,-2 1 0,1 2 0,-2 2 0,1 2 0,0 2 0,-1 1 0,0 2 0,1 2 0,-1 0 0,-1 1 0,-2 1 0,-4-1 0,-1 1 0,-3-1 0,-1 1 0,-3-1 0,-1 1 0,-5-2 0,-1-1 0,-1-2 0,-1 0 0,14 3 0,-2 1 0,0-2-330,-4 0 1,-2-1-1,0 0 330,-4 0 0,-1 0 0,-2 1 0,10 3 0,-1 1 0,-1 1 0,0 0-379,-2 0 0,-1 1 1,-1 1-1,1 0 379,-1 1 0,0 0 0,0 0 0,1 1 0,2 1 0,1 0 0,-1 1 0,2 0-213,-11-1 1,2 2 0,0-1 212,5 2 0,0 1 0,2 0 0,5 0 0,0 2 0,2-1 0,-18 1 0,3 0 0,6 0 0,2 0 440,7 0 0,2 0-440,4 0 0,1 0 1535,-25 0-1535,3 0 726,-1 0-726,4 0 0,4 0 0,6 0 0,2 0 0,0 0 0,1 2 0,1 1 0,2 4 0,5 1 0,6 0 0,7 0 0,7-2 0,3-1 0,1 0 0,-4 2 0,-6 3 0,-6 3 0,-1 1 0,2-1 0,5-2 0,-1 0 0,11-7 0,-4 1 0</inkml:trace>
  <inkml:trace contextRef="#ctx0" brushRef="#br0" timeOffset="47338">17290 3892 24575,'0'17'0,"2"15"0,4 21 0,0-19 0,1 2 0,2 4 0,2 0 0,1-2 0,1 0 0,0-2 0,2 0 0,-2-3 0,1 1 0,-1-1 0,-1 0 0,-1 0 0,0-1 0,-2-1 0,-1-2 0,7 21 0,-4-15 0,-4-12 0,-4-11 0,-1-6 0,1-3 0,3-7 0,11-20 0,-3-2 0,3-5 0,7-14 0,2-6 0,-6 12 0,1-1 0,-1-1-159,2 0 1,-1-1-1,0 1 159,0 2 0,-1 0 0,-1 1 0,7-13 0,-1 1 0,-1 4 0,0 2 0,-2 3 0,0 1 0,-1 4 0,0 2 0,-1 2 0,0 0 0,-1 3 0,1 0 0,-1 3 0,-1 2 476,16-20-476,-3 6 0,0 1 0,4-4 0,-14 18 0,0-1 0,3 0 0,-1 0 0,-1 2 0,-1 1 0,14-15 0,-13 11 0,-11 8 0,-5 6 0,-3 6 0,1-1 0,2-2 0,-3 4 0,2-3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8:32:21.156"/>
    </inkml:context>
    <inkml:brush xml:id="br0">
      <inkml:brushProperty name="width" value="0.05292" units="cm"/>
      <inkml:brushProperty name="height" value="0.05292" units="cm"/>
      <inkml:brushProperty name="color" value="#FF0000"/>
    </inkml:brush>
  </inkml:definitions>
  <inkml:trace contextRef="#ctx0" brushRef="#br0">19508 8237 24575,'2'17'0,"3"4"0,1 3 0,0-2 0,-2-4 0,-2-3 0,1-2 0,3 3 0,5 5 0,2 5 0,1-1 0,-1-3 0,-4-8 0,-1-6 0,-2-4 0,2-2 0,9 0 0,9-1 0,11 0 0,8-1 0,3-2 0,-2-7 0,-5-11 0,-3-10 0,-5-11 0,-4-3 0,-5-5 0,-12 19 0,-1-1 0,0-5 0,-1-3 0,1-3 0,-2-3 0,1-2 0,-2 0 0,0 2 0,-2 1 0,0 5 0,-2 0 0,0 6 0,-1 1 0,2-25 0,-2 27 0,0-1 0,0-3 0,1 0 0,0-2 0,-1 1 0,1 3 0,-1 1 0,0-13 0,-1 17 0,-2 12 0,0 9 0,0 4 0</inkml:trace>
  <inkml:trace contextRef="#ctx0" brushRef="#br0" timeOffset="32352">23800 6761 24575,'4'44'0,"7"1"0,7 10 0,7-4 0,2-7 0,-3-8 0,-4-13 0,-4-6 0,-4-7 0,-5-3 0,0-4 0,1-3 0,6 0 0,7 0 0,5 0 0,3 0 0,-1 0 0,0-3 0,-1-3 0,-2-4 0,0-4 0,-1-3 0,-1-3 0,-2-7 0,2-16 0,-11 11 0,0-2 0,1-12 0,0-4 0,0-5 0,-1-3-252,-3 15 0,-1-2 0,-1 0 252,1-2 0,-1 0 0,0-1 0,0 1 0,0-1 0,0 0 0,0 1 0,-1-1 0,0 2 0,0 4 0,0 0 0,1 2 0,1-13 0,0 3 0,-1 8 0,0 4 0,2-18 0,-4 24 0,-4 18 0,-1 9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8:39:28.363"/>
    </inkml:context>
    <inkml:brush xml:id="br0">
      <inkml:brushProperty name="width" value="0.05292" units="cm"/>
      <inkml:brushProperty name="height" value="0.05292" units="cm"/>
      <inkml:brushProperty name="color" value="#FF0000"/>
    </inkml:brush>
  </inkml:definitions>
  <inkml:trace contextRef="#ctx0" brushRef="#br0">17135 11840 24575,'0'10'0,"0"10"0,3 28 0,1-9 0,1 4 0,0 9 0,0 3 0,0 3 0,-1 0 0,-1-3 0,-2 0 0,0-8 0,-1-1 0,0-7 0,0-2 0,0 17 0,0-21 0,0-15 0,0-13 0,0-21 0,-6-37 0,0 7 0,-1-4 0,0 9 0,-1-1 0,0-1-148,-2-2 1,0 0 0,0 0 147,0 3 0,0 0 0,0 1 0,-2-17 0,2 2 0,2 5 0,2 2 0,3 5 0,1 1 0,4 7 0,1 3 0,6-16 0,3 13 0,4 11 442,6 0-442,17-3 0,-11 11 0,4 1 0,8-1 0,3 1 0,3 2 0,1 2 0,1 2 0,0 4 0,-5 5 0,-1 6 0,-4 10 0,-4 8 0,0 13 0,-6 9 0,-8-5 0,-3 4 0,-1 2-454,1 6 0,-2 3 0,-1 0 454,-3-10 0,-1 1 0,-1 0 0,0 0 0,-1 0 0,-1 1 0,1-1 0,-2 0 0,1 11 0,-1-1 0,-1 0-117,0-6 0,-1 0 0,-1-2 117,0 11 0,0-4 0,-1-13 0,0-4 0,0 16 0,1-27 0,2-19 1337,9-34-1337,3-19 0,2-12 0,-3 5 0,1-5 0,1-5-638,-3 12 1,0-3-1,1-2 1,1-1-1,0-1 638,-2 7 0,0-1 0,1-1 0,0 0 0,0 1 0,0 0 0,3-6 0,-1-1 0,1 2 0,0 0 0,0 1-271,0 3 0,-1 0 1,1 2-1,0 1 0,-1 3 271,5-12 0,0 4 0,-1 3-66,2-6 1,-1 6 65,-6 16 0,-2 6 0,-3 4 0,-5 31 3251,-7 39-3251,-2-5 0,0 6 0,-1-5 0,-1 3 0,0 1 140,-1 7 0,-1 2 0,-1 1-140,0 3 0,-1 1 0,1-1 0,-1-3 0,2 0 0,-1-1 0,1-3 0,1-1 0,1-2-19,0-4 0,1-1 0,0-2 19,1 15 0,0-3 0,1-1 0,0-1 0,1-2 0,0 0 0,0-2 0,0 0 0,-1 0 0,0-1 601,0-3 0,0-2-601,-1-6 0,0-2 58,-1 17 0,1-24 0,0-13 1</inkml:trace>
  <inkml:trace contextRef="#ctx0" brushRef="#br0" timeOffset="1685">18598 12700 24575,'0'17'0,"0"6"0,0 12 0,0 5 0,0 0 0,2-5 0,4-6 0,3-9 0,4-6 0,4-7 0,8-2 0,7-4 0,4-1 0,1 0 0,-2 0 0,-3-2 0,-2-3 0,-5-3 0,-5 0 0,-6 0 0,-3 3 0,-5-1 0,-4 0 0,-1-6 0,-1-6 0,0-9 0,-4-7 0,-2-1 0,-5 3 0,-5 7 0,-7 5 0,-10 3 0,-4 3 0,-2 3 0,7 3 0,5 5 0,2 1 0,2 2 0,2 3 0,3 4 0,6 5 0,6 3 0,4 1 0,2-1 0,0-3 0,0-3 0,0-3 0,0-4 0,0-1 0</inkml:trace>
  <inkml:trace contextRef="#ctx0" brushRef="#br0" timeOffset="7051">4081 12800 24575,'0'18'0,"0"4"0,0 3 0,0 10 0,0 7 0,0 3 0,0 2 0,0-8 0,0-7 0,0-7 0,2-7 0,1-4 0,0-9 0,0-5 0,-4-16 0,-6-15 0,-4-17 0,5 14 0,0-2 0,1-4 0,1-2 0,6-2 0,5 1 0,6-1 0,5 2 0,6 4 0,3 2 0,3 5 0,1 3 0,-5 6 0,-2 3 0,10-6 0,-19 15 0,-7 6 0,-4 4 0,2 0 0,4 0 0,6 7 0,7 16 0,8 19 0,-12-13 0,0 2 0,2 3 0,0 1 0,-2-2 0,0-1 0,-3-3 0,-1-3 0,6 15 0,-7-12 0,-5-8 0,-1-4 0,-2-1 0,-1-3 0,-1-4 0,-1-3 0,0-3 0,1-5 0,3-13 0,4-27 0,-4 8 0,0-4 0,2-7 0,1-1 0,3-4 0,2-1 0,4 1 0,4 2 0,4 4 0,3 2 0,4 3 0,1 4 0,0 5 0,-1 5 0,-3 6 0,-2 3 0,19-5 0,-14 11 0,-7 6 0,-1 10 0,1 12 0,0 15 0,0 14 0,-6 6 0,-13-24 0,-2 1 0,-1 2 0,-1 2 0,-2 0 0,-1 0 0,-1 0 0,0-1 0,0 23 0,0-17 0,0-14 0,0-11 0,0-4 0,0-3 0,0 0 0,0 1 0,0-3 0,0-1 0</inkml:trace>
  <inkml:trace contextRef="#ctx0" brushRef="#br0" timeOffset="8073">5515 12784 24575,'0'13'0,"0"6"0,0 11 0,0 11 0,0 13 0,0-22 0,0 0 0,0 2 0,0-1 0,0 26 0,0-15 0,0-15 0,0-12 0,0-10 0,0-2 0</inkml:trace>
  <inkml:trace contextRef="#ctx0" brushRef="#br0" timeOffset="17975">4623 13437 24575,'2'19'0,"8"9"0,8 9 0,4-2 0,1-9 0,-6-9 0,-2-5 0,1-3 0,2-3 0,4-3 0,4-3 0,5-1 0,6-4 0,7-11 0,8-14 0,-24 9 0,0-2 0,0-2 0,-1 0 0,-3 1 0,-3 1 0,11-16 0,-16 13 0,-9 8 0,-8 6 0,-7 3 0,-8 3 0,-8 4 0,-8 0 0,-4 2 0,0 0 0,2 0 0,5 0 0,4 0 0,5 0 0,5 0 0,1 0 0,-3 0 0,-10 5 0,-7 4 0,-3 5 0,3 2 0,11-2 0,5-2 0,11-5 0,1-1 0,5-4 0,-1 0 0,0 1 0,1-2 0,0 1 0</inkml:trace>
  <inkml:trace contextRef="#ctx0" brushRef="#br0" timeOffset="31978">4556 13576 24575,'60'0'0,"-17"0"0,5 0 0,-5 0 0,3 0 0,0 0-432,4 0 0,0 0 1,0 0 431,-1 0 0,0 0 0,-2 0 0,13 0 0,-4 2 211,-13 0 0,-3 2-211,-7 0 0,-3 1 215,11 7-215,-11-2 0,-9-3 0,-7-3 658,-6-1-658,-2-1 0,-4-1 0,-1-1 0</inkml:trace>
  <inkml:trace contextRef="#ctx0" brushRef="#br0" timeOffset="43836">4902 11810 24575,'50'-16'0,"1"-1"0,-1 1 0,2-2 0,3-2 0,1 0 0,4-1 0,-11 4 0,2-1 0,1-1 0,2 1 0,0-1 0,1 0-1195,-4 2 1,2-1-1,0 0 1,1-1 0,0 1-1,1 1 1,-1-1 1194,2 1 0,1 0 0,-1-1 0,1 2 0,0-1 0,0 1 0,-1 1 0,-1 1 0,-1 1 0,1 0 0,-1 0 0,1 1 0,-1 1 0,-1-1-137,-1 2 1,1 0 0,-1 0 0,-1 0 0,1 1 0,-1 1 0,-1 0 136,4 0 0,-1 1 0,0 0 0,0 1 0,-2 0 0,0 1 77,6 0 0,-2 0 0,0 1 0,-1 1 0,-2 0-77,8-1 0,-2 1 0,0 1 0,-2 0-170,-6 1 1,-1 0 0,-1 1 0,-1 0 169,10 0 0,-2 1 0,-1 1 932,-4 0 0,-2 2 0,0 1-932,-3 1 0,0 1 0,0 1 0,-3 0 0,0 2 0,-1-1 0,-1 1 0,0 0 0,-1 0 1414,16 4 0,0 0-1414,-3 0 0,-1 0 0,-1 1 0,1 1 0,-2-1 0,-1 2 1031,-2 0 0,-2 1-1031,-4-1 0,-1 1 577,-5-3 1,-1 0-578,-5-2 0,-1-1 0,19 5 0,-11-8 673,-12-5-673,-11-1 92,-10 0-92,-2 0 0,0 0 0,-2 2 0,0-1 0,-2 1 0,0 1 0,-1 0 0,1 0 0,1 0 0,2-2 0,5-2 0,17-3 0,14-4 0,10-4 0,-4 1 0,5-1 0,5-1 0,3 0-875,-2 1 1,4-1 0,2 0-1,3 0 1,1 0 0,1 0 874,-11 2 0,2 0 0,1-1 0,1 1 0,0 0 0,0 1 0,1-1 0,0 1 0,-2 1 0,1 0 0,1 1 0,0-1 0,1 1 0,-2 0 0,-2 1 0,-1-1 0,-3 1 0,5-1 0,-4 1 0,-1 0 0,-1 0 0,-1 1 0,0 1-165,6 0 1,1 0 0,-1 2 0,-5 0 0,-5 2 164,10 4 0,-4 3-94,-9-1 1,3 1 0,-2 2 93,-1 2 0,-1 1 0,-2 2 0,13 8 0,-4 2 0,-9-3 0,0 0 0,-2-2 0,0 1 2433,0-3 1,-1 0-2434,1 0 0,0-1 541,-1 1 0,-2 0-541,-5 0 0,-1 0 398,17 21-398,-9-2 0,-2-3 0,-1-4 0,-1-4 0,-4-5 0,-2-1 0,-1-2 0,2 1 0,1-1 0,-2 1 0,-5-2 0,-6-3 0,-5-3 0,-1-2 0,-3-1 0,1-2 0,-2-1 0,1-2 0,-1-2 0,-3-1 0,1-1 0</inkml:trace>
  <inkml:trace contextRef="#ctx0" brushRef="#br0" timeOffset="46624">12690 12053 24575,'10'0'0,"31"8"0,1 4 0,-7-3 0,0 2 0,19 8 0,-12-4 0,-15-4 0,-9-5 0,-11-2 0,0-2 0,-3 0 0,2 2 0,3 2 0,2 0 0,-1-1 0,-1-1 0,-3-1 0,-2-2 0,-1-1 0,-1 0 0,2-2 0,2-4 0,0-5 0,0-16 0,-3-17 0,-7-12 0,-6-3 0,-6 11 0,-1 15 0,6 13 0,5 7 0,4 7 0,1 2 0,-1-1 0,-1-4 0,-2-5 0,-4-2 0,0-2 0,3-2 0,3 10 0,2-1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8:38:36.746"/>
    </inkml:context>
    <inkml:brush xml:id="br0">
      <inkml:brushProperty name="width" value="0.05292" units="cm"/>
      <inkml:brushProperty name="height" value="0.05292" units="cm"/>
      <inkml:brushProperty name="color" value="#FF0000"/>
    </inkml:brush>
  </inkml:definitions>
  <inkml:trace contextRef="#ctx0" brushRef="#br0">20172 4421 24575,'21'0'0,"17"0"0,-4 0 0,5 0 0,17 0 0,5 0-740,-11 0 0,2 0 1,0 0 739,3 0 0,1 0 0,-1 0 0,0 0 0,-1 0 0,-2 0 133,-5 0 1,0 0 0,-3 0-134,12 1 0,-4 1 219,-7 0 1,-3 2-220,-7 0 0,-2 1 0,23 4 0,-3-2 1127,-1-2-1127,1-3 252,5-1-252,-28 0 0,0-2 0,28 1 0,-8 0 0,-11 0 0,-13 0 0,-7 0 0,-2-1 0,11-18 0,-15 13 0,8-12 0</inkml:trace>
  <inkml:trace contextRef="#ctx0" brushRef="#br0" timeOffset="6039">3028 5311 24575,'55'0'0,"-17"0"0,3 0 0,11 0 0,2 0 0,-13 0 0,0 0 0,1 0 0,-2 0 0,1 0 0,-1 0 0,19 0 0,-1 0 0,-2 0 0,0 0 0,-2 0 0,0 0 0,1 0 0,0 0 0,-2 1 0,-1 0 0,1 1 0,0 1 0,-3 0 0,-1 1 0,-4 0 0,0 0 0,-5 0 0,0 0 0,-4-1 0,-1-1 0,2 0 0,-1 0 0,2-1 0,0 0 0,3-2 0,1 0 0,1-1 0,0-1 0,-3-1 0,-1-2 0,-3 1 0,-1-1 0,23-6 0,-8 4 0,-4-1 0,-3-3 0,3-4 0,-19 5 0,9-1 0,-8 8 0,11-1 0,6 1 0,2 2 0,-4 1 0,-4 1 0,-1 2 0,-1 2 0,4 5 0,4 3 0,2 2 0,-1-3 0,0-5 0,1-3 0,-2-3 0,-3 0 0,-6 0 0,-8 0 0,-4 0 0,-1-2 0,-12 2 0,-1-1 0,-11 5 0,0-1 0,4 0 0,23 0 0,1 0 0,5 1 0,13 1 0,3 1 0,9 2 0,2 0 0,-18-2 0,0 0 0,0 0 0,17 3 0,-1 0 0,-5-1 0,-1-1 0,-6-1 0,-3-2 0,-8 0 0,-1-2 0,18-1 0,-13-1 0,-14-2 0,-9 1 0,-8-1 0,-4-1 0,-2-17 0,-1 13 0,0-13 0</inkml:trace>
  <inkml:trace contextRef="#ctx0" brushRef="#br0" timeOffset="14161">21474 5920 24575,'5'14'0,"6"3"0,7 6 0,9-2 0,3-5 0,4-5 0,3-6 0,-2-2 0,1-2 0,-5-1 0,0-1 0,2-2 0,0-2 0,2-1 0,0-3 0,1-2 0,6-9 0,7-8 0,-24 10 0,-1-2 0,2-5 0,-3-3 0,-1-1 0,-2-3 0,-2-2 0,-1 0 0,-2-2 0,-1 0 0,-1 3 0,-2 1 0,0 2 0,1 1 0,7-19 0,-2 12 0,-3 11 0,-4 10 0,0 7 0,-1 3 0,-1 1 0,-2 1 0,-3 2 0,-1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8:41:16.976"/>
    </inkml:context>
    <inkml:brush xml:id="br0">
      <inkml:brushProperty name="width" value="0.05292" units="cm"/>
      <inkml:brushProperty name="height" value="0.05292" units="cm"/>
      <inkml:brushProperty name="color" value="#FF0000"/>
    </inkml:brush>
  </inkml:definitions>
  <inkml:trace contextRef="#ctx0" brushRef="#br0">20528 11095 24575,'15'-40'0,"5"13"0,7-1 0,1 2 0,4-1 0,4 0-864,-1 3 0,4 0 0,2 1 0,1 0 864,4-1 0,3 1 0,1 1 0,0 1 0,-1 2 0,1 1 0,0 1 0,-1 2 200,9-1 0,-1 3 1,-3 2-201,7 0 0,-6 5 337,-19 3 0,-5 5-337,-1 16 0,-22 14 0,-18 24 0,-5-12 0,-6 2 0,4-11 0,-2 1 0,-1 1 389,-2 4 0,-2 0 0,0 1-389,0 0 0,-1-1 0,1 0 0,1-2 0,1 0 0,-1-1 0,-1 1 0,-1-1 0,1 0 0,0-2 0,0-1 0,1-1 198,-11 14 1,1-3-199,6-9 0,3-1 0,7-9 0,3 0 0,1 22 0,29 4 0,4-17 0,7 1 0,-3-6 0,3 1 0,3 1-156,5 4 0,4 0 1,0-1 155,3 2 0,1 0 0,1-1 0,0-3 0,0-2 0,-1-1 0,-2-4 0,0-2 0,-1-2 0,15 5 0,-2-6 0,-6-6 0,-2-3 0,-6-5 0,-1-3 0,20-7 0,-18-8 0,-16-1 1084,-10-1-1084,-7-2 0,-8-5 0,-9-5 0,-12-2 0,-12 5 0,-16 8 0,21 9 0,-3 3 0,-1 0 0,-1 2 0,-3 1 0,0 3 0,0 4 0,0 3 0,-1 8 0,1 4 0,0 6 0,2 6 0,3 6 0,3 4 0,3 4 0,3 2 0,4 3 0,3 3-283,6-15 1,0 1-1,2 0 283,-1 5 0,1 1 0,0 1 0,0 5 0,-1 2 0,0-1 0,1 1 0,0 0 0,1-1 0,0 3 0,0 0 0,1-1 0,1-3 0,1 0 0,0-2 0,2-1 0,0-1 0,1-4 0,-1-1 0,1-5 0,1 16 0,0-58 0,-3 20 0,-4 9 0,0 9 0,-1 8 0,0 8 0,-1 3-629,1-2 0,-1 4 0,1 2 1,0 0 628,2-8 0,0 0 0,0 1 0,0 0 0,0 0 0,1-2 0,-1 1 0,1-1 0,0-1 0,0-1-140,0 6 1,-1-2-1,1-1 1,-1-1 139,-1 10 0,0-1 0,0-2-157,1-6 0,-1-1 0,1-1 157,1-5 0,0-1 0,0-2 0,-1 13 0,-1-2 0,0-6 0,-2-1 0,-1-5 0,-1-1 1182,0-8 0,-1-2-1182,-7 13 1445,4-13-1445,2-7 583,2-1-583,-1-1 0,1-2 0,1-3 0,0-4 0,-1 4 0,-5 9 0,-5 9 0,-3 6 0,-16 2 0,12-15 0,-13-3 0,12-17 0,-5-1 0,-4-2 0,-6 0 0,-8-1 0,-6 0 0,27-1 0,1 1 0,-28 1 0,8 0 0,11-3 0,10 0 0,8-1 0,8 0 0,2 0 0,6 0 0,2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9:14:02.383"/>
    </inkml:context>
    <inkml:brush xml:id="br0">
      <inkml:brushProperty name="width" value="0.05292" units="cm"/>
      <inkml:brushProperty name="height" value="0.05292" units="cm"/>
      <inkml:brushProperty name="color" value="#FF0000"/>
    </inkml:brush>
  </inkml:definitions>
  <inkml:trace contextRef="#ctx0" brushRef="#br0">3645 3826 24575,'0'18'0,"0"4"0,0 2 0,0 0 0,2-4 0,2-4 0,5-3 0,5 0 0,3-1 0,3 0 0,5-1 0,7 0 0,4 1 0,4 0 0,1 1 0,2 1 0,1 0 0,-4-1 0,-5-1 0,-6-3 0,-4-3 0,-1-3 0,-3-1 0,-3-2 0,-6 0 0,-1 0 0,3 0 0,4 0 0,2 0 0,-2 0 0,-3 0 0,0 0 0,3 0 0,3 0 0,1 0 0,0-1 0,-2 0 0,0-4 0,-1-1 0,-3-2 0,-3-1 0,-5-6 0,-4-8 0,-2-12 0,-2-15 0,0-9 0,0 27 0,-2-1 0,-1 1 0,-2 1 0,-11-22 0,-6 13 0,-4 13 0,0 12 0,-2 6 0,-3 3 0,-2 0 0,-3 1 0,-3 3 0,-3 0 0,3 2 0,6 0 0,10 0 0,5 0 0,-1 1 0,-8 4 0,-4 3 0,-2 6 0,2 5 0,3 7 0,1 5 0,3 2 0,1-3 0,3-6 0,1-5 0,3-5 0,0-5 0,-4-2 0,-5-2 0,-4-1 0,3-1 0,6-1 0,9 0 0,5-1 0,4 0 0</inkml:trace>
  <inkml:trace contextRef="#ctx0" brushRef="#br0" timeOffset="3551">3390 13475 24575,'-12'0'0,"1"0"0,-6 0 0,-7 1 0,-9 8 0,-9 10 0,-5 10 0,0 8 0,2 0 0,23-16 0,0 0 0,-18 22 0,4 2 0,4-1 0,6-3 0,4-5 0,5-5 0,3-4 0,4 1 0,6 4 0,2 5 0,2 2 0,0 2 0,4 5 0,8 5 0,-2-22 0,1 1 0,1-2 0,0-1 0,11 19 0,-7-14 0,-2-11 0,5-6 0,14 1 0,17 7 0,-18-8 0,0 1 0,2 1 0,-1 1 0,-1 0 0,-3-1 0,17 10 0,-13-8 0,-9-4 0,-2-3 0,6 1 0,10 2 0,9 4 0,4 0 0,2 1 0,-5-3 0,-5-2 0,-3-3 0,1-3 0,2-2 0,7 1 0,2-1 0,1 2 0,0 0 0,2-4 0,1-1 0,2-3 0,-1-1 0,-4 0 0,-1-5 0,-5-6 0,-3-8 0,-6-4 0,-7 1 0,-7 1 0,-6-1 0,-4-5 0,-4-12 0,-3-8 0,-4-4 0,-3 3 0,0 4 0,-2 3 0,-4-1 0,-6-1 0,-6 3 0,-4 7 0,-1 6 0,0 7 0,1 2 0,0 1 0,-2-3 0,-4-2 0,-5-4 0,-5-5 0,-3-3 0,-4 0 0,-2 4 0,-2 4 0,-3 3 0,0-1 0,2 1 0,6 3 0,7 2 0,2 3 0,-3 0 0,-1-1 0,0-1 0,5 2 0,7 1 0,2 1 0,0-1 0,-4-3 0,-1-3 0,2 1 0,5 4 0,8 5 0,4 3 0,0 1 0,-4-2 0,-8-5 0,-6-4 0,-1-2 0,2 0 0,5 2 0,6 4 0,5 5 0,3 2 0,-1 1 0,-4 0 0,-1 1 0,2-1 0,6 2 0,3 0 0,4 3 0</inkml:trace>
  <inkml:trace contextRef="#ctx0" brushRef="#br0" timeOffset="6345">9285 4563 24575,'0'26'0,"0"9"0,0 12 0,2 5 0,4-1 0,2-5 0,4-5 0,-2-2 0,0-1 0,-3-5 0,-3-2 0,-1-8 0,-1-7 0,-1-6 0,1-5 0,4-1 0,3 0 0,2 4 0,3 1 0,-7-3 0,1-1 0,-6-5 0,2 0 0,4-8 0,11-18 0,-2-1 0,1-4 0,8-12 0,1-5 0,-4 8 0,1-1 0,0-1-312,3-4 1,0-1 0,0 1 311,0 1 0,-1 1 0,0 0 0,-1 3 0,-1 0 0,-2 2-23,8-13 1,-2 1 22,-5 7 0,0 0 0,-1 1 0,-2 0 0,-1 6 0,-2 1 0,-1 6 0,-1 2 0,7-13 932,-6 18-932,-5 10 47,-1 5-47,0 2 0,1 1 0,0-2 0,-5 3 0,-1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3T09:27:26.273"/>
    </inkml:context>
    <inkml:brush xml:id="br0">
      <inkml:brushProperty name="width" value="0.05292" units="cm"/>
      <inkml:brushProperty name="height" value="0.05292" units="cm"/>
      <inkml:brushProperty name="color" value="#00FF00"/>
    </inkml:brush>
    <inkml:brush xml:id="br1">
      <inkml:brushProperty name="width" value="0.05292" units="cm"/>
      <inkml:brushProperty name="height" value="0.05292" units="cm"/>
      <inkml:brushProperty name="color" value="#FF0000"/>
    </inkml:brush>
  </inkml:definitions>
  <inkml:trace contextRef="#ctx0" brushRef="#br0">5718 11842 24575,'0'25'0,"0"17"0,0-12 0,0 4 0,0 6 0,0 2 0,0 1 0,0 2 0,0-2 0,0 1 0,0-4 0,0-1 0,0-3 0,0-3 0,0 20 0,2-16 0,-1-13 0,1-11 0,-1-5 0,-1-3 0,0-4 0,0-11 0,-1-9 0,-1-21 0,-1-11 0,1 19 0,-1-1 0,0-2 0,0 1 0,-1 3 0,1 2 0,-3-18 0,2 17 0,0 12 0,3 10 0,-1 1 0,2 2 0,-2-6 0,1-8 0,-1-5 0,0-1 0,0 3 0,-1 5 0,0 2 0,0 2 0,1 0 0,1 3 0,0 2 0,1 3 0,0 2 0,0-3 0,0-4 0,0-5 0,0-3 0,0 1 0,0 4 0,0 4 0,0 3 0,0 3 0,0 1 0,0 0 0</inkml:trace>
  <inkml:trace contextRef="#ctx0" brushRef="#br1" timeOffset="13481">5692 11774 24575,'17'-7'0,"3"-4"0,6-5 0,6-4 0,8-5 0,-13 10 0,2-2 0,7-2 0,1-1 0,4 0 0,0 0 0,0 1 0,0 2 0,-4 3 0,0 2 0,-5 3 0,-2 3 0,17-1 0,-16 6 0,-10 1 0,-7 3 0,-3 2 0,-3 4 0,-3 3 0,-2 5 0,-2 6 0,-1 9 0,-2 6 0,-4 2 0,-4 1 0,-6-2 0,-2-2 0,-2-1 0,-2-5 0,3-3 0,0-4 0,1-5 0,-1-1 0,-2-1 0,-3 0 0,-3-1 0,-3-1 0,-3 0 0,-5-3 0,-1-3 0,3-3 0,5-3 0,7-3 0,4 0 0,2 0 0,1 0 0,2 0 0,4 0 0,2 0 0,1 0 0,0 0 0,-4 0 0,4 0 0,0 0 0,5 0 0,-1 0 0,0 0 0,-4 2 0,-7 1 0,-4 1 0,0 1 0,4-2 0,8-2 0,3-1 0</inkml:trace>
  <inkml:trace contextRef="#ctx0" brushRef="#br1" timeOffset="14802">5847 12223 24575,'0'24'0,"0"-1"0,0 1 0,0-1 0,0 1 0,0 2 0,0-1 0,0 1 0,0-3 0,0-4 0,0-4 0,0-6 0,0-3 0,0-3 0,0 2 0,0 1 0,0 4 0,0 2 0,0 1 0,0 0 0,0-6 0,0-1 0,0-5 0,0 0 0</inkml:trace>
  <inkml:trace contextRef="#ctx0" brushRef="#br1" timeOffset="19174">10477 11766 24575,'0'32'0,"0"25"0,0-12 0,0 3 0,1 10 0,0 2 0,2-1 0,2 0 0,0-6 0,2-2 0,1-9 0,0-4 0,8 16 0,-6-19 0,-4-12 0,-4-13 0,-1-1 0,1-7 0,-1 0 0,0-1 0,-1-10 0,-1-5 0,-3-17 0,-4-9 0,-5-10 0,0-5 0,1 0 0,5 6 0,3 10 0,2 10 0,2 9 0,0 6 0,0 1 0,0-2 0,0-2 0,0-1 0,0 0 0,0 5 0,0 4 0,0 3 0,0 2 0,0-1 0,-2-4 0,-3-4 0,0-3 0,1-1 0,3 0 0,1 0 0,0 0 0,0 1 0,0 0 0,0 1 0,0 3 0,0 3 0,2 2 0,-1 1 0,1-1 0,2-2 0,2-6 0,4-4 0,1-2 0,0 1 0,-3 6 0,-3 4 0,-1 6 0,-1 0 0,3 0 0,10-5 0,13-5 0,14-3 0,13-3 0,-27 11 0,1 0 0,0 1 0,0 0 0,26-4 0,-10 5 0,-9 4 0,-7 1 0,-4 3 0,-2 4 0,-3 7 0,-8 6 0,-6 2 0,-5 2 0,-5 4 0,-7 5 0,-7 10 0,-10 9 0,10-23 0,1 1 0,-1-1 0,1-1 0,-13 20 0,5-10 0,5-6 0,-2-3 0,0-1 0,1-5 0,-1-2 0,-1-4 0,-3-4 0,-4-3 0,-2-3 0,-2-1 0,2-2 0,0-1 0,1-1 0,-2 0 0,-1 0 0,1 1 0,4 0 0,6 1 0,12-1 0,4 0 0</inkml:trace>
  <inkml:trace contextRef="#ctx0" brushRef="#br1" timeOffset="24997">10709 12357 24575,'26'0'0,"12"-1"0,8-3 0,2-1 0,-9 0 0,-8 2 0,-5 2 0,-6 7 0,-4 10 0,-7 12 0,-4 9 0,-4 2 0,-1-4 0,-1-2 0,-3-3 0,-5-1 0,-2-4 0,-1-5 0,1-5 0,0-2 0,-2-3 0,1-1 0,0-1 0,1 0 0,-4 6 0,-4 3 0,-3 5 0,2-2 0,7-5 0,5-3 0,5-2 0,1-2 0,3-3 0,3 0 0,6-3 0,6-1 0,8 1 0,3-1 0,0 1 0,-2 1 0,-2 0 0,0 1 0,-4-2 0,1 1 0,4 2 0,8 2 0,12 1 0,3 1 0,-7-2 0,-12-1 0,-9-3 0,-11-1 0,-4-1 0,-4 0 0</inkml:trace>
  <inkml:trace contextRef="#ctx0" brushRef="#br1" timeOffset="30235">5396 14364 24575,'0'36'0,"0"-8"0,0 4 0,0 10 0,0 3 0,0 9 0,0 2 0,0 3 0,0 0 0,0-3 0,0-1 0,0-4 0,0-2 0,0-10 0,0-2 0,0 15 0,0-19 0,0-14 0,0-15 0,0-18 0,-2-16 0,1-18 0,-1 18 0,0 0 0,0-2 0,1 0 0,-1 1 0,1 0 0,0-24 0,1 9 0,-3 3 0,-2 5 0,-3 3 0,0 4 0,2 4 0,0 3 0,1 1 0,-1 0 0,0 2 0,0 1 0,2 6 0,0 4 0,2 5 0,0 1 0,2-2 0,0-3 0,0-4 0,0-4 0,0 1 0,0 2 0,0 1 0,0 6 0,0 1 0,1 4 0,0 1 0,0 0 0,1-1 0,0 1 0,2-1 0,3 1 0,10-2 0,15-1 0,13-2 0,12-1 0,-1-2 0,2-1 0,-4 1 0,-5 0 0,-9 4 0,-13 2 0,-10 2 0,0 1 0,2 0 0,4 0 0,3 0 0,-3 0 0,-1 0 0,-2 0 0,-3 0 0,-2-2 0,1 1 0,3-1 0,2 1 0,1 1 0,-4 0 0,-6 0 0,-6 0 0,-3 0 0</inkml:trace>
  <inkml:trace contextRef="#ctx0" brushRef="#br1" timeOffset="32358">5373 14779 24575,'20'0'0,"5"0"0,3 0 0,3 0 0,-3 0 0,-6 0 0,-4 0 0,-6 0 0,-3 0 0,-1 0 0,0 0 0,2 0 0,3 0 0,3 0 0,4 0 0,3 0 0,0 0 0,-3 2 0,-6 0 0,-6 1 0,-4 0 0,-3 0 0,1-1 0,-1-1 0,0-1 0</inkml:trace>
  <inkml:trace contextRef="#ctx0" brushRef="#br1" timeOffset="33575">5462 15180 24575,'0'17'0,"0"6"0,0 9 0,0 1 0,0-4 0,0-6 0,1-4 0,1 0 0,-1 0 0,1 0 0,-2-2 0,0-2 0,0-5 0,0-2 0,1-3 0,0-2 0,0-2 0,1-1 0</inkml:trace>
  <inkml:trace contextRef="#ctx0" brushRef="#br1" timeOffset="35173">10128 14261 24575,'0'35'0,"1"-6"0,0 3 0,1 10 0,1 3 0,0 7 0,2 0 0,0-4 0,1 0 0,-1-5 0,0 0 0,1-3 0,0-1 0,0-1 0,0 0 0,0-1 0,1 1 0,0 0 0,-1 1 0,-1 3 0,-1 0 0,-1 2 0,-1 0 0,0 1 0,-2 0 0,0-2 0,0 0 0,0-3 0,0-2 0,0-3 0,0-1 0,0 22 0,0-15 0,3-13 0,-3-16 0,3-4 0</inkml:trace>
  <inkml:trace contextRef="#ctx0" brushRef="#br1" timeOffset="36614">10156 14357 24575,'43'0'0,"-6"0"0,4 0 0,15 0 0,4 0-393,-14 0 1,2 0 0,-2 0 392,-1 0 0,-1-1 0,-1-1 0,14-1 0,-2-1 192,-8-1 0,-4 0-192,-9 0 0,-3 0 195,16-1-195,-16 4 0,-19 2 0,-3 0 0</inkml:trace>
  <inkml:trace contextRef="#ctx0" brushRef="#br1" timeOffset="37760">10141 14882 24575,'16'0'0,"5"0"0,5 0 0,1 0 0,-4 0 0,-4 0 0,-4 0 0,-3 0 0,-2 0 0,-5 0 0,2 0 0,-3 0 0,7 1 0,15 2 0,15 3 0,15 0 0,-1 0 0,-12-2 0,-14-1 0,-17 1 0,-6-1 0,-6-1 0,0 1 0,0-2 0,0 0 0</inkml:trace>
  <inkml:trace contextRef="#ctx0" brushRef="#br1" timeOffset="39821">10473 15606 24575,'-21'0'0,"2"0"0,-1 0 0,0-1 0,-2-5 0,1-5 0,4-3 0,4-1 0,7 3 0,2 1 0,3 0 0,1-1 0,1-2 0,8-3 0,12-4 0,14-2 0,10 0 0,7 4 0,-1 5 0,-4 7 0,-4 6 0,-4 4 0,-1 7 0,-2 8 0,-7 8 0,-9 4 0,-9 4 0,-7 8 0,-12 10 0,0-21 0,-3 1 0,-3 5 0,-3-1 0,-2 3 0,-2-1 0,-1-1 0,0-1 0,1-4 0,0-1 0,2-5 0,0-1 0,-12 13 0,4-12 0,0-6 0,-2-5 0,-2 0 0,2-2 0,5-2 0,6-5 0,8-2 0,4-2 0,10-1 0,12 0 0,15 5 0,15 5 0,-18-3 0,2 0 0,5 0 0,0 1 0,3-1 0,1 0 0,1-2 0,0-1 0,0 0 0,-1-2 0,-5-1 0,-1 0 0,18-1 0,-15-1 0,-15 0 0,-8 0 0,-3 0 0,4 0 0,2 0 0,2 0 0,0 0 0,-11 0 0,0 0 0,-8 0 0</inkml:trace>
  <inkml:trace contextRef="#ctx0" brushRef="#br1" timeOffset="47869">5700 14275 24575,'0'-41'0,"-1"9"0,-1-3 0,-1-10 0,-2-4 0,0-9 0,-1-1 0,-1 1 0,1 0 0,0 7 0,2 1 0,1 8 0,0 2 0,1-17 0,1 20 0,-1 16 0,1 10 0,0 6 0,1 2 0,0-6 0,-2-10 0,-1-13 0,0-16 0,-2-6 0,1-3 0,-4 0 0,0 6 0,-1 6 0,2 3 0,3 5 0,3 4 0,1 4 0,0 7 0,0 10 0,0 2 0,0 6 0,0-8 0,0-6 0,0-5 0,0 1 0,0 6 0,0 5 0,0 4 0,1 2 0,0-2 0,1-1 0,1-1 0,-1-1 0,-1 2 0,0 1 0,-1 3 0,0 1 0,0 0 0,0-5 0,0-3 0,0-3 0,0 1 0,0 6 0,0 3 0</inkml:trace>
  <inkml:trace contextRef="#ctx0" brushRef="#br1" timeOffset="49457">5599 12722 24575,'-16'4'0,"-7"7"0,-8 8 0,-4 7 0,-3 2 0,2-2 0,3-3 0,2-2 0,2-3 0,2 0 0,-1 0 0,0 1 0,2-2 0,3-1 0,5-2 0,5 0 0,7-7 0,2 0 0</inkml:trace>
  <inkml:trace contextRef="#ctx0" brushRef="#br1" timeOffset="51294">5608 12756 24575,'36'14'0,"2"4"0,8 6 0,-1 2 0,-3 0 0,-5-2 0,-6-1 0,-8-5 0,-8-5 0,-5-4 0,-2-2 0,-1-1 0,0 1 0,0 1 0,-1-2 0,-2 0 0,-1-3 0,-2 3 0,-1-3 0,0 0 0,0 1 0,0-1 0,0-1 0,0-1 0</inkml:trace>
  <inkml:trace contextRef="#ctx0" brushRef="#br1" timeOffset="75815">10533 14368 24575,'0'-30'0,"0"-14"0,0 14 0,0-3 0,0-3 0,0-2 0,0 0 0,0 1 0,1 2 0,1 0 0,2-2 0,1-1 0,3-3 0,2-1 0,3-3 0,2-2 0,0 0 0,1-1 0,0 4 0,0 2 0,-2 5 0,1 1 0,-3 6 0,0 2 0,7-17 0,-4 9 0,-6 5 0,-2 4 0,-2 1 0,0 0 0,-2-5 0,-2-5 0,0-3 0,-1-1 0,0 4 0,0 4 0,0 7 0,0 6 0,0 8 0,0 5 0,-1 1 0,-2-8 0,-5-9 0,-2-9 0,-2-3 0,2 7 0,2 3 0,1 1 0,0-1 0,2 1 0,0 4 0,1 6 0,-2 5 0,-1 2 0,0 1 0,2 1 0,2 0 0,3 1 0,0 2 0,0 0 0</inkml:trace>
  <inkml:trace contextRef="#ctx0" brushRef="#br1" timeOffset="79626">10651 12744 24575,'-14'23'0,"-3"1"0,-4 6 0,-4 1 0,-2-2 0,5-3 0,6-8 0,7-7 0,4-5 0,2-2 0,1-2 0,1 0 0,-1 0 0,0 1 0,-4 2 0,-4 3 0,-4 3 0,-2 2 0,2 2 0,6-8 0,4 0 0</inkml:trace>
  <inkml:trace contextRef="#ctx0" brushRef="#br1" timeOffset="83060">10645 12751 24575,'7'4'0,"3"4"0,8 9 0,5 4 0,4 2 0,-3-2 0,-6-4 0,-3-3 0,-4-5 0,-4-1 0,-3-3 0,-1 0 0,2 0 0,6 2 0,3 3 0,3 0 0,-2-1 0,-1-2 0,-3-2 0,0 1 0,5 1 0,6 1 0,6 3 0,-1-1 0,-6-4 0,-7 0 0,-6-3 0,-4-1 0,-3 2 0,-1 2 0,3 10 0,5 8 0,3 6 0,2-3 0,-4-7 0,-4-7 0,-3-6 0,-1-3 0,0-3 0,0-1 0</inkml:trace>
  <inkml:trace contextRef="#ctx0" brushRef="#br1" timeOffset="114428">10013 14266 24575,'-45'-6'0,"-11"-10"0,21 3 0,-1-2 0,-2-2 0,-1-2 0,2-1 0,-1 0 0,1 1 0,-1-1 0,0-1 0,0-1 0,1 1 0,0 0 0,1-1 0,1 1 0,3 0 0,0 1 0,5 1 0,0 1 0,-19-16 0,8 3 0,2 0 0,-2-2 0,-4-3 0,19 16 0,0-1 0,-2 0 0,1 0 0,1 1 0,1 0 0,-19-17 0,3 4 0,-1 1 0,-3-2 0,-5 1 0,-2-1 0,0 3 0,22 16 0,0 1 0,-1 1 0,-1 0 0,-27-7 0,6 2 0,14 7 0,14 4 0,11 0 0,2 2 0,-12-3 0,-20-11 0,10 4 0,-3-3 0,-5-6 0,-2-3 0,-1-4 0,1-2 0,1-1 0,1-1 0,3 1 0,0 1 0,3 2 0,1 1 0,0 3 0,1 1 0,2 3 0,-1 2 0,3 2 0,0 1 0,-21-10 0,7 8 0,4 4 0,6 6 0,0 2 0,2 0 0,2-1 0,0-1 0,1-1 0,-4 0 0,-8-1 0,-6-2 0,-6-1 0,-3 1 0,0 0 0,0-1 0,3 1 0,4 0 0,6-1 0,11 0 0,9-1 0,11-3 0,4 4 0,-3 4 0,-10 6 0,-16 1 0,-14-6 0,-7-6 0,27 5 0,1-2 0,-20-13 0,8 2 0,9 5 0,7 4 0,5 7 0,5 4 0,5 2 0,2 2 0,3 0 0,0 0 0,0 0 0,-2 0 0,-5 0 0,-7 0 0,-7 0 0,-2 0 0,0 0 0,4 0 0,4 0 0,3-2 0,3-3 0,0-1 0,1-1 0,2 2 0,-1-2 0,5 4 0,0 0 0,3 2 0,0 0 0,-1-1 0,0-2 0,2 1 0,-2 1 0,2-2 0,-1 3 0,-1-3 0,0 1 0,-2-2 0,1-1 0,1 2 0,1 1 0,1 0 0,0 1 0,1-1 0,0 0 0,0 2 0,-2-3 0,0 3 0,-1-3 0,0 3 0,1-2 0,0 1 0,1 1 0,1 0 0</inkml:trace>
  <inkml:trace contextRef="#ctx0" brushRef="#br1" timeOffset="117463">9602 14379 24575,'18'0'0,"3"0"0,0 0 0,1 0 0,-1 0 0,1 0 0,0 0 0,-1 0 0,-4 0 0,-5 0 0,1 0 0,5 0 0,7 0 0,4 0 0,-3 0 0,-5 0 0,-11 0 0,1 0 0,-4 0 0,2 0 0,2 0 0,1 0 0,-2 0 0,-2 0 0,-3 0 0,-3 0 0</inkml:trace>
  <inkml:trace contextRef="#ctx0" brushRef="#br1" timeOffset="119365">9982 13960 24575,'0'17'0,"0"9"0,0 6 0,0 5 0,2-4 0,1-4 0,3-4 0,1-4 0,-1-2 0,0-3 0,-2-3 0,-1-3 0,0-1 0,0-1 0,-1-1 0,2-1 0,-3-1 0,2 0 0,0 1 0,2 3 0,2 1 0,0 0 0,-2-2 0,-2-2 0,-2-3 0,0-1 0,-1 0 0,0 1 0,2 0 0,-1-1 0,1 1 0,-2 0 0,0 2 0,0 1 0,0 2 0,0 1 0,0 1 0,0-1 0,0-2 0,1 1 0,1-1 0,-1 1 0,1 0 0,-2-1 0,0 1 0,0-1 0,0-2 0,0-2 0</inkml:trace>
  <inkml:trace contextRef="#ctx0" brushRef="#br1" timeOffset="135808">6253 14436 24575,'51'-15'0,"-10"0"0,6-3 0,-4 1 0,4-1 0,1-1-726,-7 2 1,2-1 0,-1 0 0,1-1 725,1 1 0,1-1 0,-1 0 0,0-1 0,0 0 0,1 0 0,-1 0 0,0-1 0,-1 0 0,0-1 0,-1 0 0,0 0 0,0 0 0,-2 0 0,1 0 0,-2-1 0,10-5 0,-1-1 0,-2 1 155,-5 3 1,-1-1-1,-2 2-155,13-8 0,-1 2 0,-6 3 0,-1 1 290,-3 1 0,-1 1-290,-2 1 0,-1 1 0,-3 0 0,-1-1 0,-3 2 0,0-1 739,-2 2 1,-1-1-740,-2 1 0,-1-1 376,22-18-376,-22 19 0,0 1 0,0-1 0,1 1 0,0 0 0,1 2 0,0 0 0,1 1 0,24-12 0,0 5 0,-1 1 0,-1 0 0,2-3 0,2-1 0,-25 11 0,1 1 0,-1-1 0,1 0 0,-1 1 0,0 1 0,2-1 0,1 0 0,0 0 0,1 0 0,3 0 0,0-1 0,3-1 0,0 1 0,-1-1 0,0 0 0,-1 1 0,-1 0 0,-1 0 0,0-1 0,-1 0 0,1 0 0,1-1 0,0-1 0,0-1 0,0 0 0,1 0 0,-2-1 0,1-1 0,-1 1 0,-1 0 0,-2 1 0,0 0 0,-2 2 0,22-16 0,-7 6 0,-4 2 0,-6 4 0,-2 4 0,-3 3 0,-1 1 0,-3 2 0,-4 2 0,-5 2 0,-5 4 0,-4 1 0,0 2 0,4-3 0,8-2 0,7-2 0,5-3 0,2 2 0,-2-1 0,-6 2 0,-10 2 0,-8 3 0,-5 0 0</inkml:trace>
  <inkml:trace contextRef="#ctx0" brushRef="#br1" timeOffset="140029">6502 14114 24575,'-14'3'0,"-5"6"0,-9 8 0,-6 7 0,-7 2 0,3-3 0,4-3 0,10-6 0,10-5 0,5-3 0,1 0 0,-3 2 0,-6 6 0,-6 5 0,0 3 0,3 1 0,4-5 0,6-3 0,4-4 0,3-4 0,1 0 0,-1 2 0,-2 5 0,-4 2 0,0 1 0,1-2 0,1-2 0,6-7 0,1-1 0,8-5 0,10 0 0,12 0 0,16 3 0,9 5 0,-24-2 0,0 2 0,0 0 0,-1 1 0,25 7 0,-5 0 0,-8-3 0,-5 0 0,-6-4 0,-7-2 0,-7-1 0,-3 1 0,1 2 0,3 2 0,2-1 0,1-1 0,2-2 0,-3-2 0,-2-2 0,-4 0 0,-5 1 0,-1 0 0,1 1 0,2 1 0,2-2 0,0 0 0,0-2 0,-7 0 0,0-1 0</inkml:trace>
  <inkml:trace contextRef="#ctx0" brushRef="#br1" timeOffset="165744">11765 11457 24575,'33'0'0,"16"1"0,-17 1 0,2 1 0,2 2 0,0 1 0,-5 2 0,-1 1 0,15 13 0,-10-1 0,-11 2 0,-4 3 0,-8 4 0,-5 4 0,-9 3 0,-10 7 0,-12 5 0,8-22 0,-2 0 0,-1 3 0,0 1 0,0 1 0,1 0 0,-1 2 0,1 0 0,-2 1 0,0 0 0,0-2 0,0 0 0,2-4 0,0-2 0,-7 16 0,11-10 0,9-8 0,15 4 0,22 8 0,-5-14 0,4 0 0,9 3 0,3 0 0,3-1 0,2-1 0,1-2 0,0-2 0,-1-2 0,0-3 0,-3-3 0,-1-1 0,-5-4 0,-1-1 0,19 0 0,-18-4 0,-15-2 0,-10 0 0,-3 0 0,0 0 0,0 0 0,-1 0 0,-4-1 0,-7-2 0,-7-3 0,-10-3 0,-8-2 0,-4-1 0,-1 1 0,5 3 0,4 4 0,11 3 0,2 1 0,6 0 0,-2 0 0,-2 1 0,-1 4 0,-1 5 0,-2 6 0,-3 7 0,-4 7 0,2 6 0,2 3 0,7 2 0,4 0 0,2 6 0,1 6 0,0 6 0,0-27 0,1 1 0,0 4 0,1 2 0,-1 4 0,2 2 0,-1 6 0,0 2 0,-1 6 0,0 1 0,0 0 0,0-1 0,-1-5 0,0-3 0,0-9 0,0-4 0,2 11 0,-1-26 0,1 5 0,-2 17 0,-1-12 0,0 5 0,-1 14 0,0 4 0,1-10 0,-1 1 0,1 2-386,-1 6 1,1 0 0,0 1 385,-1 2 0,1 0 0,0 0 0,-1-5 0,1 0 0,-1-2-79,0-6 0,0-1 1,0-1 78,-2 13 0,0-1 0,-1-6 0,-1-1 0,1-7 0,0-2 0,-1-5 0,0-1 0,-6 21 1141,1-10-1141,0-3 251,1-2-251,-1 2 0,-1-5 0,1-3 0,-4-4 0,-2 1 0,-6 6 0,-6 5 0,-4-1 0,0 0 0,-1-2 0,-1 0 0,0-2 0,2-3 0,9-7 0,8-8 0,4-6 0,1-3 0,-2-1 0,-1-1 0,3-1 0,3-3 0,1-2 0,0-1 0,-2 0 0,-3 0 0,-4 0 0,-4 0 0,-1 0 0,-1 0 0,10 0 0,4 0 0</inkml:trace>
  <inkml:trace contextRef="#ctx0" brushRef="#br1" timeOffset="185815">13889 12918 24575,'0'35'0,"0"8"0,0 11 0,0 2 0,0 2 0,0-24 0,0 1 0,0 5 0,0 1 0,0 2 0,0 1 0,0-3 0,0 0 0,0-7 0,0-2 0,0 19 0,0-11 0,0-8 0,0-1 0,0-1 0,0-4 0,0-3 0,0-5 0,0-11 0,0-8 0,0-20 0,-3-21 0,1 10 0,0-1 0,-2-9 0,-1-1 0,1-3 0,0-1 0,0 0 0,2 1 0,0-2 0,1 1 0,0 2 0,2 2 0,-1 0 0,0 2 0,0 3 0,0 3 0,0-22 0,1 16 0,0 17 0,1 11 0,-1 7 0,-1 3 0,0 1 0,0-1 0,0 1 0,0-1 0,0 1 0,0-1 0,0 1 0,0-2 0,1 1 0,0 0 0,2 1 0,1 0 0,2 1 0,12-1 0,27 1 0,-8 0 0,5 0 0,-2 0 0,3 0 0,2 1-520,10 0 0,4 0 0,1 3 520,-12-1 0,0 2 0,2 1 0,-1 1 0,0 1 0,0 0 0,0 2 0,-2 2 0,12 4 0,-2 3 0,-3 2-133,-8 1 1,-3 1 0,-2 1 132,11 10 0,-6 2 0,-11-4 0,-5 0 0,-9-5 0,-5 0 0,3 15 0,-11-4 1527,-7 1-1527,-9 1 430,-9 4-430,-12 2 0,-10 1 0,18-23 0,-1-1 0,-1-2 0,-1-1 0,-1 0 0,-2-2 0,-1-1 0,-1-1 0,-1-2 0,0 0 0,1-3 0,0 0 0,-22 7 0,5-3 0,1 0 0,-1-1 0,-2-3 0,0-1 0,2-2 0,-1 0 0,-2-1 0,-2 1 0,4-3 0,12 0 0,10-1 0,8-2 0,-1 2 0,-5 0 0,-8 0 0,-8 2 0,-5-1 0,-7 1 0,-1-2 0,3-1 0,4 0 0,8-2 0,5 0 0,2 0 0,6 0 0,6 0 0,9-1 0,5 0 0,3 0 0,1 0 0</inkml:trace>
  <inkml:trace contextRef="#ctx0" brushRef="#br1" timeOffset="187787">15296 12851 24575,'9'24'0,"9"33"0,-2-10 0,1 5 0,-4-12 0,1 3 0,0 0-341,1 3 0,0 1 1,0-1 340,-2-4 0,-1 0 0,0-1 0,3 15 0,-2-1 167,-2-4 1,-3-3-168,-2-5 0,-2-3 84,-1-6 1,-2-1-85,0 18 0,-1-9 0,0-5 518,1-4-518,1-8 0,-1-5 0,1-8 0,-1-5 0,1-3 0,2-4 0,7-1 0,11-5 0,18-6 0,-11 5 0,3-1 0,6 0 0,1 0 0,3 2 0,1 1 0,1 2 0,-1 0 0,-3 2 0,0 1 0,-5-1 0,-2 2 0,23-1 0,-19 0 0,-14 0 0,-9 0 0,-6 0 0,-3 0 0,-2 0 0,-2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0513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ea typeface="+mn-ea"/>
                <a:cs typeface="+mn-cs"/>
              </a:defRPr>
            </a:lvl1pPr>
          </a:lstStyle>
          <a:p>
            <a:pPr>
              <a:defRPr/>
            </a:pPr>
            <a:endParaRPr lang="en-US" altLang="en-US"/>
          </a:p>
        </p:txBody>
      </p:sp>
      <p:sp>
        <p:nvSpPr>
          <p:cNvPr id="6147" name="Rectangle 3"/>
          <p:cNvSpPr>
            <a:spLocks noGrp="1" noChangeArrowheads="1"/>
          </p:cNvSpPr>
          <p:nvPr>
            <p:ph type="dt" idx="1"/>
          </p:nvPr>
        </p:nvSpPr>
        <p:spPr bwMode="auto">
          <a:xfrm>
            <a:off x="3929063" y="0"/>
            <a:ext cx="3005137"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ea typeface="+mn-ea"/>
                <a:cs typeface="+mn-cs"/>
              </a:defRPr>
            </a:lvl1pPr>
          </a:lstStyle>
          <a:p>
            <a:pPr>
              <a:defRPr/>
            </a:pPr>
            <a:endParaRPr lang="en-US" altLang="en-US"/>
          </a:p>
        </p:txBody>
      </p:sp>
      <p:sp>
        <p:nvSpPr>
          <p:cNvPr id="17412" name="Rectangle 4"/>
          <p:cNvSpPr>
            <a:spLocks noGrp="1" noRot="1" noChangeAspect="1" noChangeArrowheads="1" noTextEdit="1"/>
          </p:cNvSpPr>
          <p:nvPr>
            <p:ph type="sldImg" idx="2"/>
          </p:nvPr>
        </p:nvSpPr>
        <p:spPr bwMode="auto">
          <a:xfrm>
            <a:off x="1187450" y="684213"/>
            <a:ext cx="4559300" cy="34194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23925" y="4330700"/>
            <a:ext cx="5086350" cy="410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6150" name="Rectangle 6"/>
          <p:cNvSpPr>
            <a:spLocks noGrp="1" noChangeArrowheads="1"/>
          </p:cNvSpPr>
          <p:nvPr>
            <p:ph type="ftr" sz="quarter" idx="4"/>
          </p:nvPr>
        </p:nvSpPr>
        <p:spPr bwMode="auto">
          <a:xfrm>
            <a:off x="0" y="8662988"/>
            <a:ext cx="3005138"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ea typeface="+mn-ea"/>
                <a:cs typeface="+mn-cs"/>
              </a:defRPr>
            </a:lvl1pPr>
          </a:lstStyle>
          <a:p>
            <a:pPr>
              <a:defRPr/>
            </a:pPr>
            <a:endParaRPr lang="en-US" altLang="en-US"/>
          </a:p>
        </p:txBody>
      </p:sp>
      <p:sp>
        <p:nvSpPr>
          <p:cNvPr id="6151" name="Rectangle 7"/>
          <p:cNvSpPr>
            <a:spLocks noGrp="1" noChangeArrowheads="1"/>
          </p:cNvSpPr>
          <p:nvPr>
            <p:ph type="sldNum" sz="quarter" idx="5"/>
          </p:nvPr>
        </p:nvSpPr>
        <p:spPr bwMode="auto">
          <a:xfrm>
            <a:off x="3929063" y="8662988"/>
            <a:ext cx="3005137"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ea typeface="+mn-ea"/>
                <a:cs typeface="+mn-cs"/>
              </a:defRPr>
            </a:lvl1pPr>
          </a:lstStyle>
          <a:p>
            <a:pPr>
              <a:defRPr/>
            </a:pPr>
            <a:fld id="{996946AA-B1D6-4155-A21E-37F879349534}" type="slidenum">
              <a:rPr lang="en-US" altLang="en-US"/>
              <a:pPr>
                <a:defRPr/>
              </a:pPr>
              <a:t>‹#›</a:t>
            </a:fld>
            <a:endParaRPr lang="en-US" altLang="en-US"/>
          </a:p>
        </p:txBody>
      </p:sp>
    </p:spTree>
    <p:extLst>
      <p:ext uri="{BB962C8B-B14F-4D97-AF65-F5344CB8AC3E}">
        <p14:creationId xmlns:p14="http://schemas.microsoft.com/office/powerpoint/2010/main" val="28514269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自选图形 7"/>
          <p:cNvSpPr>
            <a:spLocks noChangeArrowheads="1"/>
          </p:cNvSpPr>
          <p:nvPr/>
        </p:nvSpPr>
        <p:spPr bwMode="auto">
          <a:xfrm>
            <a:off x="685800" y="2133600"/>
            <a:ext cx="7772400" cy="109538"/>
          </a:xfrm>
          <a:custGeom>
            <a:avLst/>
            <a:gdLst>
              <a:gd name="T0" fmla="*/ 0 w 1000"/>
              <a:gd name="T1" fmla="*/ 0 h 1000"/>
              <a:gd name="T2" fmla="*/ 4803343 w 1000"/>
              <a:gd name="T3" fmla="*/ 0 h 1000"/>
              <a:gd name="T4" fmla="*/ 4803343 w 1000"/>
              <a:gd name="T5" fmla="*/ 109538 h 1000"/>
              <a:gd name="T6" fmla="*/ 0 w 1000"/>
              <a:gd name="T7" fmla="*/ 109538 h 1000"/>
              <a:gd name="T8" fmla="*/ 0 w 1000"/>
              <a:gd name="T9" fmla="*/ 0 h 1000"/>
              <a:gd name="T10" fmla="*/ 77724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defRPr/>
            </a:pPr>
            <a:endParaRPr lang="en-US" sz="1350">
              <a:ea typeface="+mn-ea"/>
              <a:cs typeface="+mn-cs"/>
            </a:endParaRPr>
          </a:p>
        </p:txBody>
      </p:sp>
      <p:pic>
        <p:nvPicPr>
          <p:cNvPr id="5" name="图片 8" descr="前进">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02550" y="6594475"/>
            <a:ext cx="61912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9" descr="播放">
            <a:hlinkClick r:id="" action="ppaction://hlinkshowjump?jump=endshow"/>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6763" y="6594475"/>
            <a:ext cx="61912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10" descr="后退">
            <a:hlinkClick r:id="" action="ppaction://hlinkshowjump?jump=previous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18338" y="6594475"/>
            <a:ext cx="61912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1" descr="机动">
            <a:hlinkClick r:id="" action="ppaction://hlinkshowjump?jump=firs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34125" y="6594475"/>
            <a:ext cx="61912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6" name="矩形 2"/>
          <p:cNvSpPr>
            <a:spLocks noGrp="1" noChangeArrowheads="1"/>
          </p:cNvSpPr>
          <p:nvPr>
            <p:ph type="ctrTitle"/>
          </p:nvPr>
        </p:nvSpPr>
        <p:spPr>
          <a:xfrm>
            <a:off x="685800" y="990600"/>
            <a:ext cx="7772400" cy="1371600"/>
          </a:xfrm>
        </p:spPr>
        <p:txBody>
          <a:bodyPr/>
          <a:lstStyle>
            <a:lvl1pPr>
              <a:defRPr sz="3000">
                <a:ea typeface="隶书" pitchFamily="49" charset="-122"/>
              </a:defRPr>
            </a:lvl1pPr>
          </a:lstStyle>
          <a:p>
            <a:pPr lvl="0"/>
            <a:r>
              <a:rPr lang="en-US" altLang="zh-CN" noProof="0"/>
              <a:t>Click to edit Master title style</a:t>
            </a:r>
          </a:p>
        </p:txBody>
      </p:sp>
      <p:sp>
        <p:nvSpPr>
          <p:cNvPr id="93187" name="矩形 3"/>
          <p:cNvSpPr>
            <a:spLocks noGrp="1" noChangeArrowheads="1"/>
          </p:cNvSpPr>
          <p:nvPr>
            <p:ph type="subTitle" idx="1"/>
          </p:nvPr>
        </p:nvSpPr>
        <p:spPr>
          <a:xfrm>
            <a:off x="684213" y="3141663"/>
            <a:ext cx="7010400" cy="1600200"/>
          </a:xfrm>
        </p:spPr>
        <p:txBody>
          <a:bodyPr/>
          <a:lstStyle>
            <a:lvl1pPr marL="0" indent="0">
              <a:buFont typeface="Wingdings" pitchFamily="2" charset="2"/>
              <a:buNone/>
              <a:defRPr sz="2100"/>
            </a:lvl1pPr>
          </a:lstStyle>
          <a:p>
            <a:pPr lvl="0"/>
            <a:r>
              <a:rPr lang="en-US" altLang="zh-CN" noProof="0"/>
              <a:t>Click to edit Master subtitle style</a:t>
            </a:r>
          </a:p>
        </p:txBody>
      </p:sp>
      <p:sp>
        <p:nvSpPr>
          <p:cNvPr id="9" name="矩形 4"/>
          <p:cNvSpPr>
            <a:spLocks noGrp="1" noChangeArrowheads="1"/>
          </p:cNvSpPr>
          <p:nvPr>
            <p:ph type="dt" sz="half" idx="10"/>
          </p:nvPr>
        </p:nvSpPr>
        <p:spPr>
          <a:xfrm>
            <a:off x="685800" y="6248400"/>
            <a:ext cx="1905000" cy="457200"/>
          </a:xfrm>
        </p:spPr>
        <p:txBody>
          <a:bodyPr/>
          <a:lstStyle>
            <a:lvl1pPr>
              <a:defRPr smtClean="0"/>
            </a:lvl1pPr>
          </a:lstStyle>
          <a:p>
            <a:pPr>
              <a:defRPr/>
            </a:pPr>
            <a:r>
              <a:rPr lang="en-US" altLang="en-US"/>
              <a:t>CS 1550, cs.pitt.edu (originaly modified by Ethan L. Miller and Scott A. Brandt)</a:t>
            </a:r>
          </a:p>
        </p:txBody>
      </p:sp>
      <p:sp>
        <p:nvSpPr>
          <p:cNvPr id="10" name="矩形 5"/>
          <p:cNvSpPr>
            <a:spLocks noGrp="1" noChangeArrowheads="1"/>
          </p:cNvSpPr>
          <p:nvPr>
            <p:ph type="ftr" sz="quarter" idx="11"/>
          </p:nvPr>
        </p:nvSpPr>
        <p:spPr>
          <a:xfrm>
            <a:off x="3124200" y="6248400"/>
            <a:ext cx="2895600" cy="457200"/>
          </a:xfrm>
        </p:spPr>
        <p:txBody>
          <a:bodyPr/>
          <a:lstStyle>
            <a:lvl1pPr>
              <a:defRPr smtClean="0"/>
            </a:lvl1pPr>
          </a:lstStyle>
          <a:p>
            <a:pPr>
              <a:defRPr/>
            </a:pPr>
            <a:r>
              <a:rPr lang="en-US" altLang="en-US"/>
              <a:t>Department of Computer Science/University of Rwanda</a:t>
            </a:r>
          </a:p>
        </p:txBody>
      </p:sp>
      <p:sp>
        <p:nvSpPr>
          <p:cNvPr id="11" name="矩形 6"/>
          <p:cNvSpPr>
            <a:spLocks noGrp="1" noChangeArrowheads="1"/>
          </p:cNvSpPr>
          <p:nvPr>
            <p:ph type="sldNum" sz="quarter" idx="12"/>
          </p:nvPr>
        </p:nvSpPr>
        <p:spPr>
          <a:xfrm>
            <a:off x="6553200" y="6248400"/>
            <a:ext cx="1905000" cy="457200"/>
          </a:xfrm>
        </p:spPr>
        <p:txBody>
          <a:bodyPr/>
          <a:lstStyle>
            <a:lvl1pPr>
              <a:defRPr smtClean="0"/>
            </a:lvl1pPr>
          </a:lstStyle>
          <a:p>
            <a:pPr>
              <a:defRPr/>
            </a:pPr>
            <a:fld id="{1E5B7FC1-555D-4546-97F8-B5BD2AB46EDB}" type="slidenum">
              <a:rPr lang="en-US" altLang="en-US"/>
              <a:pPr>
                <a:defRPr/>
              </a:pPr>
              <a:t>‹#›</a:t>
            </a:fld>
            <a:endParaRPr lang="en-US" altLang="en-US"/>
          </a:p>
        </p:txBody>
      </p:sp>
    </p:spTree>
    <p:extLst>
      <p:ext uri="{BB962C8B-B14F-4D97-AF65-F5344CB8AC3E}">
        <p14:creationId xmlns:p14="http://schemas.microsoft.com/office/powerpoint/2010/main" val="3767973381"/>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5"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6" name="矩形 8"/>
          <p:cNvSpPr>
            <a:spLocks noGrp="1" noChangeArrowheads="1"/>
          </p:cNvSpPr>
          <p:nvPr>
            <p:ph type="sldNum" sz="quarter" idx="12"/>
          </p:nvPr>
        </p:nvSpPr>
        <p:spPr/>
        <p:txBody>
          <a:bodyPr/>
          <a:lstStyle>
            <a:lvl1pPr>
              <a:defRPr smtClean="0"/>
            </a:lvl1pPr>
          </a:lstStyle>
          <a:p>
            <a:pPr>
              <a:defRPr/>
            </a:pPr>
            <a:fld id="{E19ED126-97D1-43AB-8BC1-0843F63B3A78}" type="slidenum">
              <a:rPr lang="en-US" altLang="en-US"/>
              <a:pPr>
                <a:defRPr/>
              </a:pPr>
              <a:t>‹#›</a:t>
            </a:fld>
            <a:endParaRPr lang="en-US" altLang="en-US"/>
          </a:p>
        </p:txBody>
      </p:sp>
    </p:spTree>
    <p:extLst>
      <p:ext uri="{BB962C8B-B14F-4D97-AF65-F5344CB8AC3E}">
        <p14:creationId xmlns:p14="http://schemas.microsoft.com/office/powerpoint/2010/main" val="3848264868"/>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ltLang="zh-CN"/>
              <a:t>Click to edit Master text styles</a:t>
            </a:r>
          </a:p>
        </p:txBody>
      </p:sp>
      <p:sp>
        <p:nvSpPr>
          <p:cNvPr id="4"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5"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6" name="矩形 8"/>
          <p:cNvSpPr>
            <a:spLocks noGrp="1" noChangeArrowheads="1"/>
          </p:cNvSpPr>
          <p:nvPr>
            <p:ph type="sldNum" sz="quarter" idx="12"/>
          </p:nvPr>
        </p:nvSpPr>
        <p:spPr/>
        <p:txBody>
          <a:bodyPr/>
          <a:lstStyle>
            <a:lvl1pPr>
              <a:defRPr smtClean="0"/>
            </a:lvl1pPr>
          </a:lstStyle>
          <a:p>
            <a:pPr>
              <a:defRPr/>
            </a:pPr>
            <a:fld id="{508F11A6-3A31-47E1-AEC1-8144C0A99F52}" type="slidenum">
              <a:rPr lang="en-US" altLang="en-US"/>
              <a:pPr>
                <a:defRPr/>
              </a:pPr>
              <a:t>‹#›</a:t>
            </a:fld>
            <a:endParaRPr lang="en-US" altLang="en-US"/>
          </a:p>
        </p:txBody>
      </p:sp>
    </p:spTree>
    <p:extLst>
      <p:ext uri="{BB962C8B-B14F-4D97-AF65-F5344CB8AC3E}">
        <p14:creationId xmlns:p14="http://schemas.microsoft.com/office/powerpoint/2010/main" val="399147566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611188" y="1628775"/>
            <a:ext cx="39243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87888" y="1628775"/>
            <a:ext cx="39243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6"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7" name="矩形 8"/>
          <p:cNvSpPr>
            <a:spLocks noGrp="1" noChangeArrowheads="1"/>
          </p:cNvSpPr>
          <p:nvPr>
            <p:ph type="sldNum" sz="quarter" idx="12"/>
          </p:nvPr>
        </p:nvSpPr>
        <p:spPr/>
        <p:txBody>
          <a:bodyPr/>
          <a:lstStyle>
            <a:lvl1pPr>
              <a:defRPr smtClean="0"/>
            </a:lvl1pPr>
          </a:lstStyle>
          <a:p>
            <a:pPr>
              <a:defRPr/>
            </a:pPr>
            <a:fld id="{A3413A23-6D3E-46F7-AD32-E21CB0749E15}" type="slidenum">
              <a:rPr lang="en-US" altLang="en-US"/>
              <a:pPr>
                <a:defRPr/>
              </a:pPr>
              <a:t>‹#›</a:t>
            </a:fld>
            <a:endParaRPr lang="en-US" altLang="en-US"/>
          </a:p>
        </p:txBody>
      </p:sp>
    </p:spTree>
    <p:extLst>
      <p:ext uri="{BB962C8B-B14F-4D97-AF65-F5344CB8AC3E}">
        <p14:creationId xmlns:p14="http://schemas.microsoft.com/office/powerpoint/2010/main" val="3917861611"/>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Click to edit Master text styles</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Click to edit Master text styles</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8"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9" name="矩形 8"/>
          <p:cNvSpPr>
            <a:spLocks noGrp="1" noChangeArrowheads="1"/>
          </p:cNvSpPr>
          <p:nvPr>
            <p:ph type="sldNum" sz="quarter" idx="12"/>
          </p:nvPr>
        </p:nvSpPr>
        <p:spPr/>
        <p:txBody>
          <a:bodyPr/>
          <a:lstStyle>
            <a:lvl1pPr>
              <a:defRPr smtClean="0"/>
            </a:lvl1pPr>
          </a:lstStyle>
          <a:p>
            <a:pPr>
              <a:defRPr/>
            </a:pPr>
            <a:fld id="{F786A0B0-B520-4837-BE72-8D1A0C3BA2F1}" type="slidenum">
              <a:rPr lang="en-US" altLang="en-US"/>
              <a:pPr>
                <a:defRPr/>
              </a:pPr>
              <a:t>‹#›</a:t>
            </a:fld>
            <a:endParaRPr lang="en-US" altLang="en-US"/>
          </a:p>
        </p:txBody>
      </p:sp>
    </p:spTree>
    <p:extLst>
      <p:ext uri="{BB962C8B-B14F-4D97-AF65-F5344CB8AC3E}">
        <p14:creationId xmlns:p14="http://schemas.microsoft.com/office/powerpoint/2010/main" val="3213515318"/>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4"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5" name="矩形 8"/>
          <p:cNvSpPr>
            <a:spLocks noGrp="1" noChangeArrowheads="1"/>
          </p:cNvSpPr>
          <p:nvPr>
            <p:ph type="sldNum" sz="quarter" idx="12"/>
          </p:nvPr>
        </p:nvSpPr>
        <p:spPr/>
        <p:txBody>
          <a:bodyPr/>
          <a:lstStyle>
            <a:lvl1pPr>
              <a:defRPr smtClean="0"/>
            </a:lvl1pPr>
          </a:lstStyle>
          <a:p>
            <a:pPr>
              <a:defRPr/>
            </a:pPr>
            <a:fld id="{91CF57F4-C894-4C3E-BB5D-02F9C8D73876}" type="slidenum">
              <a:rPr lang="en-US" altLang="en-US"/>
              <a:pPr>
                <a:defRPr/>
              </a:pPr>
              <a:t>‹#›</a:t>
            </a:fld>
            <a:endParaRPr lang="en-US" altLang="en-US"/>
          </a:p>
        </p:txBody>
      </p:sp>
    </p:spTree>
    <p:extLst>
      <p:ext uri="{BB962C8B-B14F-4D97-AF65-F5344CB8AC3E}">
        <p14:creationId xmlns:p14="http://schemas.microsoft.com/office/powerpoint/2010/main" val="1919828756"/>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3"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4" name="矩形 8"/>
          <p:cNvSpPr>
            <a:spLocks noGrp="1" noChangeArrowheads="1"/>
          </p:cNvSpPr>
          <p:nvPr>
            <p:ph type="sldNum" sz="quarter" idx="12"/>
          </p:nvPr>
        </p:nvSpPr>
        <p:spPr/>
        <p:txBody>
          <a:bodyPr/>
          <a:lstStyle>
            <a:lvl1pPr>
              <a:defRPr smtClean="0"/>
            </a:lvl1pPr>
          </a:lstStyle>
          <a:p>
            <a:pPr>
              <a:defRPr/>
            </a:pPr>
            <a:fld id="{97F9F318-399E-4B05-B081-17D03723A365}" type="slidenum">
              <a:rPr lang="en-US" altLang="en-US"/>
              <a:pPr>
                <a:defRPr/>
              </a:pPr>
              <a:t>‹#›</a:t>
            </a:fld>
            <a:endParaRPr lang="en-US" altLang="en-US"/>
          </a:p>
        </p:txBody>
      </p:sp>
    </p:spTree>
    <p:extLst>
      <p:ext uri="{BB962C8B-B14F-4D97-AF65-F5344CB8AC3E}">
        <p14:creationId xmlns:p14="http://schemas.microsoft.com/office/powerpoint/2010/main" val="3917650050"/>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lstStyle>
            <a:lvl1pPr algn="l">
              <a:defRPr sz="1500" b="1"/>
            </a:lvl1pPr>
          </a:lstStyle>
          <a:p>
            <a:r>
              <a:rPr lang="en-US" altLang="zh-CN"/>
              <a:t>Click to edit Master title style</a:t>
            </a:r>
            <a:endParaRPr lang="zh-CN" altLang="en-US"/>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CN"/>
              <a:t>Click to edit Master text styles</a:t>
            </a:r>
          </a:p>
        </p:txBody>
      </p:sp>
      <p:sp>
        <p:nvSpPr>
          <p:cNvPr id="5"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6"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7" name="矩形 8"/>
          <p:cNvSpPr>
            <a:spLocks noGrp="1" noChangeArrowheads="1"/>
          </p:cNvSpPr>
          <p:nvPr>
            <p:ph type="sldNum" sz="quarter" idx="12"/>
          </p:nvPr>
        </p:nvSpPr>
        <p:spPr/>
        <p:txBody>
          <a:bodyPr/>
          <a:lstStyle>
            <a:lvl1pPr>
              <a:defRPr smtClean="0"/>
            </a:lvl1pPr>
          </a:lstStyle>
          <a:p>
            <a:pPr>
              <a:defRPr/>
            </a:pPr>
            <a:fld id="{EC2B6EA5-CD48-474D-8B01-69135D81A639}" type="slidenum">
              <a:rPr lang="en-US" altLang="en-US"/>
              <a:pPr>
                <a:defRPr/>
              </a:pPr>
              <a:t>‹#›</a:t>
            </a:fld>
            <a:endParaRPr lang="en-US" altLang="en-US"/>
          </a:p>
        </p:txBody>
      </p:sp>
    </p:spTree>
    <p:extLst>
      <p:ext uri="{BB962C8B-B14F-4D97-AF65-F5344CB8AC3E}">
        <p14:creationId xmlns:p14="http://schemas.microsoft.com/office/powerpoint/2010/main" val="2418946253"/>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en-US"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altLang="zh-CN" noProof="0"/>
              <a:t>Click icon to add picture</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CN"/>
              <a:t>Click to edit Master text styles</a:t>
            </a:r>
          </a:p>
        </p:txBody>
      </p:sp>
      <p:sp>
        <p:nvSpPr>
          <p:cNvPr id="5"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6"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7" name="矩形 8"/>
          <p:cNvSpPr>
            <a:spLocks noGrp="1" noChangeArrowheads="1"/>
          </p:cNvSpPr>
          <p:nvPr>
            <p:ph type="sldNum" sz="quarter" idx="12"/>
          </p:nvPr>
        </p:nvSpPr>
        <p:spPr/>
        <p:txBody>
          <a:bodyPr/>
          <a:lstStyle>
            <a:lvl1pPr>
              <a:defRPr smtClean="0"/>
            </a:lvl1pPr>
          </a:lstStyle>
          <a:p>
            <a:pPr>
              <a:defRPr/>
            </a:pPr>
            <a:fld id="{01515A2F-AFBD-41C2-9C7F-2DBF0BDB3AF3}" type="slidenum">
              <a:rPr lang="en-US" altLang="en-US"/>
              <a:pPr>
                <a:defRPr/>
              </a:pPr>
              <a:t>‹#›</a:t>
            </a:fld>
            <a:endParaRPr lang="en-US" altLang="en-US"/>
          </a:p>
        </p:txBody>
      </p:sp>
    </p:spTree>
    <p:extLst>
      <p:ext uri="{BB962C8B-B14F-4D97-AF65-F5344CB8AC3E}">
        <p14:creationId xmlns:p14="http://schemas.microsoft.com/office/powerpoint/2010/main" val="1345082464"/>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5"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6" name="矩形 8"/>
          <p:cNvSpPr>
            <a:spLocks noGrp="1" noChangeArrowheads="1"/>
          </p:cNvSpPr>
          <p:nvPr>
            <p:ph type="sldNum" sz="quarter" idx="12"/>
          </p:nvPr>
        </p:nvSpPr>
        <p:spPr/>
        <p:txBody>
          <a:bodyPr/>
          <a:lstStyle>
            <a:lvl1pPr>
              <a:defRPr smtClean="0"/>
            </a:lvl1pPr>
          </a:lstStyle>
          <a:p>
            <a:pPr>
              <a:defRPr/>
            </a:pPr>
            <a:fld id="{8C548424-0855-43B3-8C24-94DB60444AE6}" type="slidenum">
              <a:rPr lang="en-US" altLang="en-US"/>
              <a:pPr>
                <a:defRPr/>
              </a:pPr>
              <a:t>‹#›</a:t>
            </a:fld>
            <a:endParaRPr lang="en-US" altLang="en-US"/>
          </a:p>
        </p:txBody>
      </p:sp>
    </p:spTree>
    <p:extLst>
      <p:ext uri="{BB962C8B-B14F-4D97-AF65-F5344CB8AC3E}">
        <p14:creationId xmlns:p14="http://schemas.microsoft.com/office/powerpoint/2010/main" val="3778805246"/>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4000" y="260352"/>
            <a:ext cx="2008188" cy="5635625"/>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574676" y="260352"/>
            <a:ext cx="5876925" cy="563562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5"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6" name="矩形 8"/>
          <p:cNvSpPr>
            <a:spLocks noGrp="1" noChangeArrowheads="1"/>
          </p:cNvSpPr>
          <p:nvPr>
            <p:ph type="sldNum" sz="quarter" idx="12"/>
          </p:nvPr>
        </p:nvSpPr>
        <p:spPr/>
        <p:txBody>
          <a:bodyPr/>
          <a:lstStyle>
            <a:lvl1pPr>
              <a:defRPr smtClean="0"/>
            </a:lvl1pPr>
          </a:lstStyle>
          <a:p>
            <a:pPr>
              <a:defRPr/>
            </a:pPr>
            <a:fld id="{09274AF4-D68C-4726-84E6-69525647C555}" type="slidenum">
              <a:rPr lang="en-US" altLang="en-US"/>
              <a:pPr>
                <a:defRPr/>
              </a:pPr>
              <a:t>‹#›</a:t>
            </a:fld>
            <a:endParaRPr lang="en-US" altLang="en-US"/>
          </a:p>
        </p:txBody>
      </p:sp>
    </p:spTree>
    <p:extLst>
      <p:ext uri="{BB962C8B-B14F-4D97-AF65-F5344CB8AC3E}">
        <p14:creationId xmlns:p14="http://schemas.microsoft.com/office/powerpoint/2010/main" val="1265648136"/>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260350"/>
            <a:ext cx="8001000" cy="755650"/>
          </a:xfrm>
        </p:spPr>
        <p:txBody>
          <a:bodyPr/>
          <a:lstStyle/>
          <a:p>
            <a:r>
              <a:rPr lang="en-US" altLang="zh-CN"/>
              <a:t>Click to edit Master title style</a:t>
            </a:r>
            <a:endParaRPr lang="zh-CN" altLang="en-US"/>
          </a:p>
        </p:txBody>
      </p:sp>
      <p:sp>
        <p:nvSpPr>
          <p:cNvPr id="3" name="文本占位符 2"/>
          <p:cNvSpPr>
            <a:spLocks noGrp="1"/>
          </p:cNvSpPr>
          <p:nvPr>
            <p:ph type="body" sz="half" idx="1"/>
          </p:nvPr>
        </p:nvSpPr>
        <p:spPr>
          <a:xfrm>
            <a:off x="611188" y="1628775"/>
            <a:ext cx="3924300" cy="4267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87888" y="1628775"/>
            <a:ext cx="3924300" cy="4267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矩形 6"/>
          <p:cNvSpPr>
            <a:spLocks noGrp="1" noChangeArrowheads="1"/>
          </p:cNvSpPr>
          <p:nvPr>
            <p:ph type="dt" sz="half" idx="10"/>
          </p:nvPr>
        </p:nvSpPr>
        <p:spPr/>
        <p:txBody>
          <a:bodyPr/>
          <a:lstStyle>
            <a:lvl1pPr>
              <a:defRPr smtClean="0"/>
            </a:lvl1pPr>
          </a:lstStyle>
          <a:p>
            <a:pPr>
              <a:defRPr/>
            </a:pPr>
            <a:r>
              <a:rPr lang="en-US" altLang="en-US"/>
              <a:t>CS 1550, cs.pitt.edu (originaly modified by Ethan L. Miller and Scott A. Brandt)</a:t>
            </a:r>
          </a:p>
        </p:txBody>
      </p:sp>
      <p:sp>
        <p:nvSpPr>
          <p:cNvPr id="6" name="矩形 7"/>
          <p:cNvSpPr>
            <a:spLocks noGrp="1" noChangeArrowheads="1"/>
          </p:cNvSpPr>
          <p:nvPr>
            <p:ph type="ftr" sz="quarter" idx="11"/>
          </p:nvPr>
        </p:nvSpPr>
        <p:spPr/>
        <p:txBody>
          <a:bodyPr/>
          <a:lstStyle>
            <a:lvl1pPr>
              <a:defRPr smtClean="0"/>
            </a:lvl1pPr>
          </a:lstStyle>
          <a:p>
            <a:pPr>
              <a:defRPr/>
            </a:pPr>
            <a:r>
              <a:rPr lang="en-US" altLang="en-US"/>
              <a:t>Department of Computer Science/University of Rwanda</a:t>
            </a:r>
          </a:p>
        </p:txBody>
      </p:sp>
      <p:sp>
        <p:nvSpPr>
          <p:cNvPr id="7" name="矩形 8"/>
          <p:cNvSpPr>
            <a:spLocks noGrp="1" noChangeArrowheads="1"/>
          </p:cNvSpPr>
          <p:nvPr>
            <p:ph type="sldNum" sz="quarter" idx="12"/>
          </p:nvPr>
        </p:nvSpPr>
        <p:spPr/>
        <p:txBody>
          <a:bodyPr/>
          <a:lstStyle>
            <a:lvl1pPr>
              <a:defRPr smtClean="0"/>
            </a:lvl1pPr>
          </a:lstStyle>
          <a:p>
            <a:pPr>
              <a:defRPr/>
            </a:pPr>
            <a:fld id="{CC7C5E4B-AF12-4F65-87B0-9C40B3280D1D}" type="slidenum">
              <a:rPr lang="en-US" altLang="en-US"/>
              <a:pPr>
                <a:defRPr/>
              </a:pPr>
              <a:t>‹#›</a:t>
            </a:fld>
            <a:endParaRPr lang="en-US" altLang="en-US"/>
          </a:p>
        </p:txBody>
      </p:sp>
    </p:spTree>
    <p:extLst>
      <p:ext uri="{BB962C8B-B14F-4D97-AF65-F5344CB8AC3E}">
        <p14:creationId xmlns:p14="http://schemas.microsoft.com/office/powerpoint/2010/main" val="2446839174"/>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1026" name="矩形 2"/>
          <p:cNvSpPr>
            <a:spLocks noGrp="1" noChangeArrowheads="1"/>
          </p:cNvSpPr>
          <p:nvPr>
            <p:ph type="title"/>
          </p:nvPr>
        </p:nvSpPr>
        <p:spPr bwMode="auto">
          <a:xfrm>
            <a:off x="574675" y="260350"/>
            <a:ext cx="80010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r>
              <a:rPr lang="en-US" altLang="zh-CN"/>
              <a:t>abcd</a:t>
            </a:r>
          </a:p>
        </p:txBody>
      </p:sp>
      <p:sp>
        <p:nvSpPr>
          <p:cNvPr id="1027" name="矩形 3"/>
          <p:cNvSpPr>
            <a:spLocks noGrp="1" noChangeArrowheads="1"/>
          </p:cNvSpPr>
          <p:nvPr>
            <p:ph type="body" idx="1"/>
          </p:nvPr>
        </p:nvSpPr>
        <p:spPr bwMode="auto">
          <a:xfrm>
            <a:off x="611188" y="1628775"/>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r>
              <a:rPr lang="en-US" altLang="zh-CN"/>
              <a:t>abvd</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自选图形 4"/>
          <p:cNvSpPr>
            <a:spLocks noChangeArrowheads="1"/>
          </p:cNvSpPr>
          <p:nvPr/>
        </p:nvSpPr>
        <p:spPr bwMode="auto">
          <a:xfrm>
            <a:off x="609600" y="1052513"/>
            <a:ext cx="7958138" cy="109537"/>
          </a:xfrm>
          <a:custGeom>
            <a:avLst/>
            <a:gdLst>
              <a:gd name="T0" fmla="*/ 0 w 1000"/>
              <a:gd name="T1" fmla="*/ 0 h 1000"/>
              <a:gd name="T2" fmla="*/ 4655511 w 1000"/>
              <a:gd name="T3" fmla="*/ 0 h 1000"/>
              <a:gd name="T4" fmla="*/ 4655511 w 1000"/>
              <a:gd name="T5" fmla="*/ 109537 h 1000"/>
              <a:gd name="T6" fmla="*/ 0 w 1000"/>
              <a:gd name="T7" fmla="*/ 109537 h 1000"/>
              <a:gd name="T8" fmla="*/ 0 w 1000"/>
              <a:gd name="T9" fmla="*/ 0 h 1000"/>
              <a:gd name="T10" fmla="*/ 7958138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defRPr/>
            </a:pPr>
            <a:endParaRPr lang="en-US" sz="1350">
              <a:ea typeface="+mn-ea"/>
              <a:cs typeface="+mn-cs"/>
            </a:endParaRPr>
          </a:p>
        </p:txBody>
      </p:sp>
      <p:sp>
        <p:nvSpPr>
          <p:cNvPr id="1029" name="直线 5"/>
          <p:cNvSpPr>
            <a:spLocks noChangeShapeType="1"/>
          </p:cNvSpPr>
          <p:nvPr/>
        </p:nvSpPr>
        <p:spPr bwMode="auto">
          <a:xfrm flipV="1">
            <a:off x="609600" y="6308725"/>
            <a:ext cx="7924800" cy="0"/>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sz="1350">
              <a:ea typeface="+mn-ea"/>
              <a:cs typeface="+mn-cs"/>
            </a:endParaRPr>
          </a:p>
        </p:txBody>
      </p:sp>
      <p:sp>
        <p:nvSpPr>
          <p:cNvPr id="92166" name="矩形 6"/>
          <p:cNvSpPr>
            <a:spLocks noGrp="1" noChangeArrowheads="1"/>
          </p:cNvSpPr>
          <p:nvPr>
            <p:ph type="dt" sz="half" idx="2"/>
          </p:nvPr>
        </p:nvSpPr>
        <p:spPr bwMode="auto">
          <a:xfrm>
            <a:off x="609600" y="6245225"/>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900" smtClean="0">
                <a:ea typeface="+mn-ea"/>
                <a:cs typeface="+mn-cs"/>
              </a:defRPr>
            </a:lvl1pPr>
          </a:lstStyle>
          <a:p>
            <a:pPr>
              <a:defRPr/>
            </a:pPr>
            <a:r>
              <a:rPr lang="en-US" altLang="en-US"/>
              <a:t>CS 1550, cs.pitt.edu (originaly modified by Ethan L. Miller and Scott A. Brandt)</a:t>
            </a:r>
          </a:p>
        </p:txBody>
      </p:sp>
      <p:sp>
        <p:nvSpPr>
          <p:cNvPr id="92167" name="矩形 7"/>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900" smtClean="0">
                <a:ea typeface="+mn-ea"/>
                <a:cs typeface="+mn-cs"/>
              </a:defRPr>
            </a:lvl1pPr>
          </a:lstStyle>
          <a:p>
            <a:pPr>
              <a:defRPr/>
            </a:pPr>
            <a:r>
              <a:rPr lang="en-US" altLang="en-US"/>
              <a:t>Department of Computer Science/University of Rwanda</a:t>
            </a:r>
          </a:p>
        </p:txBody>
      </p:sp>
      <p:sp>
        <p:nvSpPr>
          <p:cNvPr id="92168" name="矩形 8"/>
          <p:cNvSpPr>
            <a:spLocks noGrp="1" noChangeArrowheads="1"/>
          </p:cNvSpPr>
          <p:nvPr>
            <p:ph type="sldNum" sz="quarter" idx="4"/>
          </p:nvPr>
        </p:nvSpPr>
        <p:spPr bwMode="auto">
          <a:xfrm>
            <a:off x="6553200" y="6245225"/>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900" smtClean="0">
                <a:ea typeface="+mn-ea"/>
                <a:cs typeface="+mn-cs"/>
              </a:defRPr>
            </a:lvl1pPr>
          </a:lstStyle>
          <a:p>
            <a:pPr>
              <a:defRPr/>
            </a:pPr>
            <a:fld id="{129493BD-858F-48B2-85FE-B37E704E6F08}" type="slidenum">
              <a:rPr lang="en-US" altLang="en-US"/>
              <a:pPr>
                <a:defRPr/>
              </a:pPr>
              <a:t>‹#›</a:t>
            </a:fld>
            <a:endParaRPr lang="en-US" altLang="en-US"/>
          </a:p>
        </p:txBody>
      </p:sp>
      <p:pic>
        <p:nvPicPr>
          <p:cNvPr id="1033" name="图片 12" descr="前进">
            <a:hlinkClick r:id="" action="ppaction://hlinkshowjump?jump=nextslide"/>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702550" y="6594475"/>
            <a:ext cx="61912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图片 13" descr="播放">
            <a:hlinkClick r:id="" action="ppaction://hlinkshowjump?jump=endshow"/>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86763" y="6594475"/>
            <a:ext cx="61912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图片 14" descr="后退">
            <a:hlinkClick r:id="" action="ppaction://hlinkshowjump?jump=previousslide"/>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018338" y="6594475"/>
            <a:ext cx="61912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6" name="图片 15" descr="机动">
            <a:hlinkClick r:id="" action="ppaction://hlinkshowjump?jump=firstslide"/>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334125" y="6594475"/>
            <a:ext cx="61912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ransition>
    <p:random/>
  </p:transition>
  <p:hf hdr="0" dt="0"/>
  <p:txStyles>
    <p:titleStyle>
      <a:lvl1pPr algn="l" rtl="0" fontAlgn="base">
        <a:spcBef>
          <a:spcPct val="0"/>
        </a:spcBef>
        <a:spcAft>
          <a:spcPct val="0"/>
        </a:spcAft>
        <a:defRPr sz="2800" b="1">
          <a:solidFill>
            <a:schemeClr val="tx2"/>
          </a:solidFill>
          <a:latin typeface="+mj-lt"/>
          <a:ea typeface="+mj-ea"/>
          <a:cs typeface="楷体_GB2312"/>
        </a:defRPr>
      </a:lvl1pPr>
      <a:lvl2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2pPr>
      <a:lvl3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3pPr>
      <a:lvl4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4pPr>
      <a:lvl5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5pPr>
      <a:lvl6pPr marL="3429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6pPr>
      <a:lvl7pPr marL="6858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7pPr>
      <a:lvl8pPr marL="10287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8pPr>
      <a:lvl9pPr marL="13716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9pPr>
    </p:titleStyle>
    <p:bodyStyle>
      <a:lvl1pPr marL="352425" indent="-352425" algn="l" rtl="0" fontAlgn="base">
        <a:spcBef>
          <a:spcPct val="20000"/>
        </a:spcBef>
        <a:spcAft>
          <a:spcPct val="0"/>
        </a:spcAft>
        <a:buClr>
          <a:schemeClr val="accent2"/>
        </a:buClr>
        <a:buFont typeface="Wingdings" panose="05000000000000000000" pitchFamily="2" charset="2"/>
        <a:buChar char="o"/>
        <a:defRPr sz="2200" b="1">
          <a:solidFill>
            <a:schemeClr val="tx1"/>
          </a:solidFill>
          <a:latin typeface="+mn-lt"/>
          <a:ea typeface="+mn-ea"/>
          <a:cs typeface="楷体_GB2312"/>
        </a:defRPr>
      </a:lvl1pPr>
      <a:lvl2pPr marL="681038" indent="-327025" algn="l" rtl="0" fontAlgn="base">
        <a:spcBef>
          <a:spcPct val="20000"/>
        </a:spcBef>
        <a:spcAft>
          <a:spcPct val="0"/>
        </a:spcAft>
        <a:buClr>
          <a:schemeClr val="accent2"/>
        </a:buClr>
        <a:buFont typeface="Wingdings" panose="05000000000000000000" pitchFamily="2" charset="2"/>
        <a:buChar char="n"/>
        <a:defRPr sz="2200" b="1">
          <a:solidFill>
            <a:schemeClr val="tx1"/>
          </a:solidFill>
          <a:latin typeface="+mn-lt"/>
          <a:ea typeface="+mn-ea"/>
          <a:cs typeface="楷体_GB2312"/>
        </a:defRPr>
      </a:lvl2pPr>
      <a:lvl3pPr marL="977900" indent="-295275" algn="l" rtl="0" fontAlgn="base">
        <a:spcBef>
          <a:spcPct val="20000"/>
        </a:spcBef>
        <a:spcAft>
          <a:spcPct val="0"/>
        </a:spcAft>
        <a:buClr>
          <a:schemeClr val="accent2"/>
        </a:buClr>
        <a:buFont typeface="Wingdings" panose="05000000000000000000" pitchFamily="2" charset="2"/>
        <a:buChar char="o"/>
        <a:defRPr sz="2100" b="1">
          <a:solidFill>
            <a:schemeClr val="tx1"/>
          </a:solidFill>
          <a:latin typeface="+mn-lt"/>
          <a:ea typeface="+mn-ea"/>
          <a:cs typeface="楷体_GB2312"/>
        </a:defRPr>
      </a:lvl3pPr>
      <a:lvl4pPr marL="1270000" indent="-290513" algn="l" rtl="0" fontAlgn="base">
        <a:spcBef>
          <a:spcPct val="20000"/>
        </a:spcBef>
        <a:spcAft>
          <a:spcPct val="0"/>
        </a:spcAft>
        <a:buClr>
          <a:schemeClr val="accent2"/>
        </a:buClr>
        <a:buFont typeface="Wingdings" panose="05000000000000000000" pitchFamily="2" charset="2"/>
        <a:buChar char="n"/>
        <a:defRPr b="1">
          <a:solidFill>
            <a:schemeClr val="tx1"/>
          </a:solidFill>
          <a:latin typeface="+mn-lt"/>
          <a:ea typeface="+mn-ea"/>
          <a:cs typeface="楷体_GB2312"/>
        </a:defRPr>
      </a:lvl4pPr>
      <a:lvl5pPr marL="1570038" indent="-298450" algn="l" rtl="0" fontAlgn="base">
        <a:spcBef>
          <a:spcPct val="25000"/>
        </a:spcBef>
        <a:spcAft>
          <a:spcPct val="0"/>
        </a:spcAft>
        <a:buClr>
          <a:schemeClr val="accent2"/>
        </a:buClr>
        <a:buFont typeface="Wingdings" panose="05000000000000000000" pitchFamily="2" charset="2"/>
        <a:buChar char="§"/>
        <a:defRPr b="1">
          <a:solidFill>
            <a:schemeClr val="tx1"/>
          </a:solidFill>
          <a:latin typeface="+mn-lt"/>
          <a:ea typeface="+mn-ea"/>
          <a:cs typeface="楷体_GB2312"/>
        </a:defRPr>
      </a:lvl5pPr>
      <a:lvl6pPr marL="1913335" indent="-298847" algn="l" rtl="0" eaLnBrk="1" fontAlgn="base" hangingPunct="1">
        <a:spcBef>
          <a:spcPct val="25000"/>
        </a:spcBef>
        <a:spcAft>
          <a:spcPct val="0"/>
        </a:spcAft>
        <a:buClr>
          <a:schemeClr val="accent2"/>
        </a:buClr>
        <a:buFont typeface="Wingdings" pitchFamily="2" charset="2"/>
        <a:buChar char="§"/>
        <a:defRPr sz="1800" b="1">
          <a:solidFill>
            <a:schemeClr val="tx1"/>
          </a:solidFill>
          <a:latin typeface="+mn-lt"/>
          <a:ea typeface="+mn-ea"/>
        </a:defRPr>
      </a:lvl6pPr>
      <a:lvl7pPr marL="2256235" indent="-298847" algn="l" rtl="0" eaLnBrk="1" fontAlgn="base" hangingPunct="1">
        <a:spcBef>
          <a:spcPct val="25000"/>
        </a:spcBef>
        <a:spcAft>
          <a:spcPct val="0"/>
        </a:spcAft>
        <a:buClr>
          <a:schemeClr val="accent2"/>
        </a:buClr>
        <a:buFont typeface="Wingdings" pitchFamily="2" charset="2"/>
        <a:buChar char="§"/>
        <a:defRPr sz="1800" b="1">
          <a:solidFill>
            <a:schemeClr val="tx1"/>
          </a:solidFill>
          <a:latin typeface="+mn-lt"/>
          <a:ea typeface="+mn-ea"/>
        </a:defRPr>
      </a:lvl7pPr>
      <a:lvl8pPr marL="2599135" indent="-298847" algn="l" rtl="0" eaLnBrk="1" fontAlgn="base" hangingPunct="1">
        <a:spcBef>
          <a:spcPct val="25000"/>
        </a:spcBef>
        <a:spcAft>
          <a:spcPct val="0"/>
        </a:spcAft>
        <a:buClr>
          <a:schemeClr val="accent2"/>
        </a:buClr>
        <a:buFont typeface="Wingdings" pitchFamily="2" charset="2"/>
        <a:buChar char="§"/>
        <a:defRPr sz="1800" b="1">
          <a:solidFill>
            <a:schemeClr val="tx1"/>
          </a:solidFill>
          <a:latin typeface="+mn-lt"/>
          <a:ea typeface="+mn-ea"/>
        </a:defRPr>
      </a:lvl8pPr>
      <a:lvl9pPr marL="2942035" indent="-298847" algn="l" rtl="0" eaLnBrk="1" fontAlgn="base" hangingPunct="1">
        <a:spcBef>
          <a:spcPct val="25000"/>
        </a:spcBef>
        <a:spcAft>
          <a:spcPct val="0"/>
        </a:spcAft>
        <a:buClr>
          <a:schemeClr val="accent2"/>
        </a:buClr>
        <a:buFont typeface="Wingdings" pitchFamily="2" charset="2"/>
        <a:buChar char="§"/>
        <a:defRPr sz="1800"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evatwah@gmail.com" TargetMode="Externa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74675" y="76200"/>
            <a:ext cx="8001000" cy="984250"/>
          </a:xfrm>
        </p:spPr>
        <p:txBody>
          <a:bodyPr/>
          <a:lstStyle/>
          <a:p>
            <a:pPr>
              <a:defRPr/>
            </a:pPr>
            <a:r>
              <a:rPr lang="en-US" altLang="en-US" b="0" dirty="0">
                <a:solidFill>
                  <a:srgbClr val="FF0000"/>
                </a:solidFill>
                <a:latin typeface="Arial Black" panose="020B0A04020102020204" pitchFamily="34" charset="0"/>
                <a:ea typeface="隶书"/>
                <a:cs typeface="隶书"/>
              </a:rPr>
              <a:t>             </a:t>
            </a:r>
            <a:br>
              <a:rPr lang="en-US" altLang="en-US" b="0" dirty="0">
                <a:solidFill>
                  <a:srgbClr val="FF0000"/>
                </a:solidFill>
                <a:latin typeface="Arial Black" panose="020B0A04020102020204" pitchFamily="34" charset="0"/>
                <a:ea typeface="隶书"/>
                <a:cs typeface="隶书"/>
              </a:rPr>
            </a:br>
            <a:r>
              <a:rPr lang="en-US" altLang="en-US" b="0" dirty="0">
                <a:solidFill>
                  <a:srgbClr val="FF0000"/>
                </a:solidFill>
                <a:latin typeface="Arial Black" panose="020B0A04020102020204" pitchFamily="34" charset="0"/>
                <a:ea typeface="隶书"/>
                <a:cs typeface="隶书"/>
              </a:rPr>
              <a:t>        </a:t>
            </a:r>
            <a:br>
              <a:rPr lang="en-US" altLang="en-US" b="0" dirty="0">
                <a:solidFill>
                  <a:srgbClr val="FF0000"/>
                </a:solidFill>
                <a:latin typeface="Arial Black" panose="020B0A04020102020204" pitchFamily="34" charset="0"/>
                <a:ea typeface="隶书"/>
                <a:cs typeface="隶书"/>
              </a:rPr>
            </a:br>
            <a:br>
              <a:rPr lang="en-US" altLang="en-US" b="0" dirty="0">
                <a:solidFill>
                  <a:srgbClr val="FF0000"/>
                </a:solidFill>
                <a:latin typeface="Arial Black" panose="020B0A04020102020204" pitchFamily="34" charset="0"/>
                <a:ea typeface="隶书"/>
                <a:cs typeface="隶书"/>
              </a:rPr>
            </a:br>
            <a:br>
              <a:rPr lang="en-US" altLang="en-US" b="0" dirty="0">
                <a:solidFill>
                  <a:srgbClr val="FF0000"/>
                </a:solidFill>
                <a:latin typeface="Arial Black" panose="020B0A04020102020204" pitchFamily="34" charset="0"/>
                <a:ea typeface="隶书"/>
                <a:cs typeface="隶书"/>
              </a:rPr>
            </a:br>
            <a:br>
              <a:rPr lang="en-US" altLang="en-US" b="0" dirty="0">
                <a:solidFill>
                  <a:srgbClr val="FF0000"/>
                </a:solidFill>
                <a:latin typeface="Arial Black" panose="020B0A04020102020204" pitchFamily="34" charset="0"/>
                <a:ea typeface="隶书"/>
                <a:cs typeface="隶书"/>
              </a:rPr>
            </a:br>
            <a:br>
              <a:rPr lang="en-US" altLang="en-US" b="0" dirty="0">
                <a:solidFill>
                  <a:srgbClr val="FF0000"/>
                </a:solidFill>
                <a:latin typeface="Arial Black" panose="020B0A04020102020204" pitchFamily="34" charset="0"/>
                <a:ea typeface="隶书"/>
                <a:cs typeface="隶书"/>
              </a:rPr>
            </a:br>
            <a:br>
              <a:rPr lang="en-US" altLang="en-US" b="0" dirty="0">
                <a:solidFill>
                  <a:srgbClr val="FF0000"/>
                </a:solidFill>
                <a:latin typeface="Arial Black" panose="020B0A04020102020204" pitchFamily="34" charset="0"/>
                <a:ea typeface="隶书"/>
                <a:cs typeface="隶书"/>
              </a:rPr>
            </a:br>
            <a:br>
              <a:rPr lang="en-US" altLang="en-US" b="0" dirty="0">
                <a:solidFill>
                  <a:srgbClr val="FF0000"/>
                </a:solidFill>
                <a:latin typeface="Arial Black" panose="020B0A04020102020204" pitchFamily="34" charset="0"/>
                <a:ea typeface="隶书"/>
                <a:cs typeface="隶书"/>
              </a:rPr>
            </a:br>
            <a:r>
              <a:rPr lang="en-US" altLang="en-US" b="0" dirty="0">
                <a:solidFill>
                  <a:srgbClr val="FF0000"/>
                </a:solidFill>
                <a:latin typeface="Arial Black" panose="020B0A04020102020204" pitchFamily="34" charset="0"/>
                <a:ea typeface="隶书"/>
                <a:cs typeface="隶书"/>
              </a:rPr>
              <a:t>              Operating Systems </a:t>
            </a:r>
            <a:br>
              <a:rPr lang="en-US" altLang="en-US" b="0" dirty="0">
                <a:solidFill>
                  <a:srgbClr val="FF0000"/>
                </a:solidFill>
                <a:latin typeface="Arial Black" panose="020B0A04020102020204" pitchFamily="34" charset="0"/>
                <a:ea typeface="隶书"/>
                <a:cs typeface="隶书"/>
              </a:rPr>
            </a:br>
            <a:r>
              <a:rPr lang="en-US" altLang="en-US" b="0" dirty="0">
                <a:solidFill>
                  <a:srgbClr val="FF0000"/>
                </a:solidFill>
                <a:latin typeface="Arial Black" panose="020B0A04020102020204" pitchFamily="34" charset="0"/>
                <a:ea typeface="隶书"/>
                <a:cs typeface="隶书"/>
              </a:rPr>
              <a:t> </a:t>
            </a:r>
            <a:endParaRPr lang="en-US" altLang="en-US" b="0" dirty="0">
              <a:solidFill>
                <a:srgbClr val="FF0000"/>
              </a:solidFill>
              <a:cs typeface="+mj-cs"/>
            </a:endParaRPr>
          </a:p>
        </p:txBody>
      </p:sp>
      <p:sp>
        <p:nvSpPr>
          <p:cNvPr id="20484" name="Slide Number Placeholder 4"/>
          <p:cNvSpPr>
            <a:spLocks noGrp="1"/>
          </p:cNvSpPr>
          <p:nvPr>
            <p:ph type="sldNum" sz="quarter" idx="12"/>
          </p:nvPr>
        </p:nvSpPr>
        <p:spPr>
          <a:noFill/>
        </p:spPr>
        <p:txBody>
          <a:bodyPr/>
          <a:lstStyle>
            <a:lvl1pPr>
              <a:defRPr>
                <a:solidFill>
                  <a:schemeClr val="tx1"/>
                </a:solidFill>
                <a:latin typeface="Times" panose="02020603050405020304" pitchFamily="18" charset="0"/>
                <a:ea typeface="楷体_GB2312"/>
                <a:cs typeface="楷体_GB2312"/>
              </a:defRPr>
            </a:lvl1pPr>
            <a:lvl2pPr marL="742950" indent="-285750">
              <a:defRPr>
                <a:solidFill>
                  <a:schemeClr val="tx1"/>
                </a:solidFill>
                <a:latin typeface="Times" panose="02020603050405020304" pitchFamily="18" charset="0"/>
                <a:ea typeface="楷体_GB2312"/>
                <a:cs typeface="楷体_GB2312"/>
              </a:defRPr>
            </a:lvl2pPr>
            <a:lvl3pPr marL="1143000" indent="-228600">
              <a:defRPr>
                <a:solidFill>
                  <a:schemeClr val="tx1"/>
                </a:solidFill>
                <a:latin typeface="Times" panose="02020603050405020304" pitchFamily="18" charset="0"/>
                <a:ea typeface="楷体_GB2312"/>
                <a:cs typeface="楷体_GB2312"/>
              </a:defRPr>
            </a:lvl3pPr>
            <a:lvl4pPr marL="1600200" indent="-228600">
              <a:defRPr>
                <a:solidFill>
                  <a:schemeClr val="tx1"/>
                </a:solidFill>
                <a:latin typeface="Times" panose="02020603050405020304" pitchFamily="18" charset="0"/>
                <a:ea typeface="楷体_GB2312"/>
                <a:cs typeface="楷体_GB2312"/>
              </a:defRPr>
            </a:lvl4pPr>
            <a:lvl5pPr marL="2057400" indent="-228600">
              <a:defRPr>
                <a:solidFill>
                  <a:schemeClr val="tx1"/>
                </a:solidFill>
                <a:latin typeface="Times" panose="02020603050405020304" pitchFamily="18" charset="0"/>
                <a:ea typeface="楷体_GB2312"/>
                <a:cs typeface="楷体_GB2312"/>
              </a:defRPr>
            </a:lvl5pPr>
            <a:lvl6pPr marL="2514600" indent="-228600" eaLnBrk="0" fontAlgn="base" hangingPunct="0">
              <a:spcBef>
                <a:spcPct val="0"/>
              </a:spcBef>
              <a:spcAft>
                <a:spcPct val="0"/>
              </a:spcAft>
              <a:defRPr>
                <a:solidFill>
                  <a:schemeClr val="tx1"/>
                </a:solidFill>
                <a:latin typeface="Times" panose="02020603050405020304" pitchFamily="18" charset="0"/>
                <a:ea typeface="楷体_GB2312"/>
                <a:cs typeface="楷体_GB2312"/>
              </a:defRPr>
            </a:lvl6pPr>
            <a:lvl7pPr marL="2971800" indent="-228600" eaLnBrk="0" fontAlgn="base" hangingPunct="0">
              <a:spcBef>
                <a:spcPct val="0"/>
              </a:spcBef>
              <a:spcAft>
                <a:spcPct val="0"/>
              </a:spcAft>
              <a:defRPr>
                <a:solidFill>
                  <a:schemeClr val="tx1"/>
                </a:solidFill>
                <a:latin typeface="Times" panose="02020603050405020304" pitchFamily="18" charset="0"/>
                <a:ea typeface="楷体_GB2312"/>
                <a:cs typeface="楷体_GB2312"/>
              </a:defRPr>
            </a:lvl7pPr>
            <a:lvl8pPr marL="3429000" indent="-228600" eaLnBrk="0" fontAlgn="base" hangingPunct="0">
              <a:spcBef>
                <a:spcPct val="0"/>
              </a:spcBef>
              <a:spcAft>
                <a:spcPct val="0"/>
              </a:spcAft>
              <a:defRPr>
                <a:solidFill>
                  <a:schemeClr val="tx1"/>
                </a:solidFill>
                <a:latin typeface="Times" panose="02020603050405020304" pitchFamily="18" charset="0"/>
                <a:ea typeface="楷体_GB2312"/>
                <a:cs typeface="楷体_GB2312"/>
              </a:defRPr>
            </a:lvl8pPr>
            <a:lvl9pPr marL="3886200" indent="-228600" eaLnBrk="0" fontAlgn="base" hangingPunct="0">
              <a:spcBef>
                <a:spcPct val="0"/>
              </a:spcBef>
              <a:spcAft>
                <a:spcPct val="0"/>
              </a:spcAft>
              <a:defRPr>
                <a:solidFill>
                  <a:schemeClr val="tx1"/>
                </a:solidFill>
                <a:latin typeface="Times" panose="02020603050405020304" pitchFamily="18" charset="0"/>
                <a:ea typeface="楷体_GB2312"/>
                <a:cs typeface="楷体_GB2312"/>
              </a:defRPr>
            </a:lvl9pPr>
          </a:lstStyle>
          <a:p>
            <a:fld id="{3ED6CE8A-3097-41D5-9893-BD39325BFE6C}" type="slidenum">
              <a:rPr lang="en-US" altLang="en-US"/>
              <a:pPr/>
              <a:t>1</a:t>
            </a:fld>
            <a:endParaRPr lang="en-US" altLang="en-US"/>
          </a:p>
        </p:txBody>
      </p:sp>
      <p:sp>
        <p:nvSpPr>
          <p:cNvPr id="3" name="TextBox 2"/>
          <p:cNvSpPr txBox="1"/>
          <p:nvPr/>
        </p:nvSpPr>
        <p:spPr>
          <a:xfrm>
            <a:off x="615950" y="1676400"/>
            <a:ext cx="7959725" cy="1785104"/>
          </a:xfrm>
          <a:prstGeom prst="rect">
            <a:avLst/>
          </a:prstGeom>
          <a:noFill/>
        </p:spPr>
        <p:txBody>
          <a:bodyPr wrap="square" rtlCol="0">
            <a:spAutoFit/>
          </a:bodyPr>
          <a:lstStyle/>
          <a:p>
            <a:pPr algn="ctr" eaLnBrk="1" hangingPunct="1">
              <a:spcBef>
                <a:spcPct val="20000"/>
              </a:spcBef>
              <a:buClr>
                <a:schemeClr val="accent2"/>
              </a:buClr>
            </a:pPr>
            <a:r>
              <a:rPr lang="en-US" altLang="en-US" sz="2000" b="1" dirty="0">
                <a:latin typeface="+mn-lt"/>
                <a:ea typeface="+mn-ea"/>
                <a:cs typeface="+mn-cs"/>
              </a:rPr>
              <a:t>Lecturer: </a:t>
            </a:r>
            <a:r>
              <a:rPr lang="en-US" altLang="en-US" sz="2000" b="1" dirty="0" err="1">
                <a:latin typeface="+mn-lt"/>
                <a:ea typeface="+mn-ea"/>
                <a:cs typeface="+mn-cs"/>
              </a:rPr>
              <a:t>Evariste</a:t>
            </a:r>
            <a:r>
              <a:rPr lang="en-US" altLang="en-US" sz="2000" b="1">
                <a:latin typeface="+mn-lt"/>
                <a:ea typeface="+mn-ea"/>
                <a:cs typeface="+mn-cs"/>
              </a:rPr>
              <a:t> TWAHIRWA (PhD)</a:t>
            </a:r>
            <a:endParaRPr lang="en-US" altLang="en-US" sz="2000" b="1" dirty="0">
              <a:latin typeface="+mn-lt"/>
              <a:ea typeface="+mn-ea"/>
              <a:cs typeface="+mn-cs"/>
            </a:endParaRPr>
          </a:p>
          <a:p>
            <a:pPr algn="ctr" eaLnBrk="1" hangingPunct="1">
              <a:spcBef>
                <a:spcPct val="20000"/>
              </a:spcBef>
              <a:buClr>
                <a:schemeClr val="accent2"/>
              </a:buClr>
            </a:pPr>
            <a:r>
              <a:rPr lang="en-US" altLang="en-US" sz="2000" b="1" u="sng" dirty="0">
                <a:latin typeface="+mn-lt"/>
                <a:ea typeface="+mn-ea"/>
                <a:cs typeface="+mn-cs"/>
              </a:rPr>
              <a:t>E-mail:</a:t>
            </a:r>
            <a:r>
              <a:rPr lang="en-US" altLang="en-US" sz="2000" b="1" dirty="0">
                <a:latin typeface="+mn-lt"/>
                <a:ea typeface="+mn-ea"/>
                <a:cs typeface="+mn-cs"/>
              </a:rPr>
              <a:t>  </a:t>
            </a:r>
            <a:r>
              <a:rPr lang="en-US" altLang="en-US" sz="2000" b="1" u="sng" dirty="0">
                <a:latin typeface="+mn-lt"/>
                <a:ea typeface="+mn-ea"/>
                <a:cs typeface="+mn-cs"/>
                <a:hlinkClick r:id="rId2"/>
              </a:rPr>
              <a:t>evatwah@gmail.com</a:t>
            </a:r>
            <a:endParaRPr lang="en-US" altLang="en-US" sz="2000" b="1" u="sng" dirty="0">
              <a:latin typeface="+mn-lt"/>
              <a:ea typeface="+mn-ea"/>
              <a:cs typeface="+mn-cs"/>
            </a:endParaRPr>
          </a:p>
          <a:p>
            <a:pPr algn="ctr" eaLnBrk="1" hangingPunct="1">
              <a:spcBef>
                <a:spcPct val="20000"/>
              </a:spcBef>
              <a:buClr>
                <a:schemeClr val="accent2"/>
              </a:buClr>
            </a:pPr>
            <a:endParaRPr lang="en-US" altLang="en-US" sz="2000" b="1" dirty="0">
              <a:latin typeface="+mn-lt"/>
              <a:ea typeface="+mn-ea"/>
              <a:cs typeface="+mn-cs"/>
            </a:endParaRPr>
          </a:p>
          <a:p>
            <a:pPr algn="ctr" eaLnBrk="1" hangingPunct="1">
              <a:spcBef>
                <a:spcPct val="20000"/>
              </a:spcBef>
              <a:buClr>
                <a:schemeClr val="accent2"/>
              </a:buClr>
            </a:pPr>
            <a:r>
              <a:rPr lang="en-US" altLang="en-US" sz="2000" b="1" dirty="0">
                <a:latin typeface="+mn-lt"/>
                <a:ea typeface="+mn-ea"/>
                <a:cs typeface="+mn-cs"/>
              </a:rPr>
              <a:t> </a:t>
            </a:r>
          </a:p>
          <a:p>
            <a:endParaRPr lang="en-US" dirty="0"/>
          </a:p>
        </p:txBody>
      </p:sp>
      <p:sp>
        <p:nvSpPr>
          <p:cNvPr id="5" name="Footer Placeholder 4"/>
          <p:cNvSpPr>
            <a:spLocks noGrp="1"/>
          </p:cNvSpPr>
          <p:nvPr>
            <p:ph type="ftr" sz="quarter" idx="11"/>
          </p:nvPr>
        </p:nvSpPr>
        <p:spPr/>
        <p:txBody>
          <a:bodyPr/>
          <a:lstStyle/>
          <a:p>
            <a:pPr>
              <a:defRPr/>
            </a:pPr>
            <a:r>
              <a:rPr lang="en-US" altLang="en-US"/>
              <a:t>Department of Computer Science/University of Rwanda</a:t>
            </a:r>
          </a:p>
        </p:txBody>
      </p:sp>
      <p:sp>
        <p:nvSpPr>
          <p:cNvPr id="2" name="TextBox 1">
            <a:extLst>
              <a:ext uri="{FF2B5EF4-FFF2-40B4-BE49-F238E27FC236}">
                <a16:creationId xmlns:a16="http://schemas.microsoft.com/office/drawing/2014/main" id="{0EAA2869-A425-D26A-B365-55822DBEE206}"/>
              </a:ext>
            </a:extLst>
          </p:cNvPr>
          <p:cNvSpPr txBox="1"/>
          <p:nvPr/>
        </p:nvSpPr>
        <p:spPr>
          <a:xfrm>
            <a:off x="-251209" y="612949"/>
            <a:ext cx="184731" cy="369332"/>
          </a:xfrm>
          <a:prstGeom prst="rect">
            <a:avLst/>
          </a:prstGeom>
          <a:noFill/>
        </p:spPr>
        <p:txBody>
          <a:bodyPr wrap="none" rtlCol="0">
            <a:spAutoFit/>
          </a:bodyPr>
          <a:lstStyle/>
          <a:p>
            <a:endParaRPr lang="en-RW" dirty="0"/>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752600"/>
            <a:ext cx="9553755" cy="1362075"/>
          </a:xfrm>
        </p:spPr>
        <p:txBody>
          <a:bodyPr/>
          <a:lstStyle/>
          <a:p>
            <a:r>
              <a:rPr lang="en-US" dirty="0">
                <a:solidFill>
                  <a:schemeClr val="accent2">
                    <a:lumMod val="60000"/>
                    <a:lumOff val="40000"/>
                  </a:schemeClr>
                </a:solidFill>
              </a:rPr>
              <a:t>		&lt;&lt;Module Name: </a:t>
            </a:r>
            <a:r>
              <a:rPr lang="en-US" dirty="0">
                <a:solidFill>
                  <a:srgbClr val="FF0000"/>
                </a:solidFill>
              </a:rPr>
              <a:t>Operating systems&gt;&gt;</a:t>
            </a:r>
            <a:br>
              <a:rPr lang="en-US" dirty="0">
                <a:solidFill>
                  <a:srgbClr val="FF0000"/>
                </a:solidFill>
              </a:rPr>
            </a:br>
            <a:r>
              <a:rPr lang="en-US" dirty="0">
                <a:solidFill>
                  <a:srgbClr val="FF0000"/>
                </a:solidFill>
              </a:rPr>
              <a:t>	                      </a:t>
            </a:r>
            <a:r>
              <a:rPr lang="en-US" dirty="0">
                <a:solidFill>
                  <a:schemeClr val="tx1"/>
                </a:solidFill>
              </a:rPr>
              <a:t>&lt;&lt;Module Code:CSC2162 &gt;&gt;</a:t>
            </a:r>
          </a:p>
        </p:txBody>
      </p:sp>
      <p:sp>
        <p:nvSpPr>
          <p:cNvPr id="3" name="Text Placeholder 2"/>
          <p:cNvSpPr>
            <a:spLocks noGrp="1"/>
          </p:cNvSpPr>
          <p:nvPr>
            <p:ph type="body" idx="1"/>
          </p:nvPr>
        </p:nvSpPr>
        <p:spPr>
          <a:xfrm>
            <a:off x="762000" y="2971800"/>
            <a:ext cx="7772400" cy="1500187"/>
          </a:xfrm>
        </p:spPr>
        <p:txBody>
          <a:bodyPr/>
          <a:lstStyle/>
          <a:p>
            <a:r>
              <a:rPr lang="en-US" dirty="0"/>
              <a:t> </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508F11A6-3A31-47E1-AEC1-8144C0A99F52}" type="slidenum">
              <a:rPr lang="en-US" altLang="en-US" smtClean="0"/>
              <a:pPr>
                <a:defRPr/>
              </a:pPr>
              <a:t>2</a:t>
            </a:fld>
            <a:endParaRPr lang="en-US" altLang="en-US"/>
          </a:p>
        </p:txBody>
      </p:sp>
    </p:spTree>
    <p:extLst>
      <p:ext uri="{BB962C8B-B14F-4D97-AF65-F5344CB8AC3E}">
        <p14:creationId xmlns:p14="http://schemas.microsoft.com/office/powerpoint/2010/main" val="1082095965"/>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Assessment Pattern</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78458842"/>
              </p:ext>
            </p:extLst>
          </p:nvPr>
        </p:nvGraphicFramePr>
        <p:xfrm>
          <a:off x="611188" y="1628775"/>
          <a:ext cx="5789612" cy="2209752"/>
        </p:xfrm>
        <a:graphic>
          <a:graphicData uri="http://schemas.openxmlformats.org/drawingml/2006/table">
            <a:tbl>
              <a:tblPr firstRow="1" bandRow="1">
                <a:tableStyleId>{5C22544A-7EE6-4342-B048-85BDC9FD1C3A}</a:tableStyleId>
              </a:tblPr>
              <a:tblGrid>
                <a:gridCol w="2894806">
                  <a:extLst>
                    <a:ext uri="{9D8B030D-6E8A-4147-A177-3AD203B41FA5}">
                      <a16:colId xmlns:a16="http://schemas.microsoft.com/office/drawing/2014/main" val="20000"/>
                    </a:ext>
                  </a:extLst>
                </a:gridCol>
                <a:gridCol w="2894806">
                  <a:extLst>
                    <a:ext uri="{9D8B030D-6E8A-4147-A177-3AD203B41FA5}">
                      <a16:colId xmlns:a16="http://schemas.microsoft.com/office/drawing/2014/main" val="20001"/>
                    </a:ext>
                  </a:extLst>
                </a:gridCol>
              </a:tblGrid>
              <a:tr h="327648">
                <a:tc>
                  <a:txBody>
                    <a:bodyPr/>
                    <a:lstStyle/>
                    <a:p>
                      <a:r>
                        <a:rPr lang="en-US" dirty="0"/>
                        <a:t>Component </a:t>
                      </a:r>
                    </a:p>
                  </a:txBody>
                  <a:tcPr/>
                </a:tc>
                <a:tc>
                  <a:txBody>
                    <a:bodyPr/>
                    <a:lstStyle/>
                    <a:p>
                      <a:r>
                        <a:rPr lang="en-US" dirty="0"/>
                        <a:t>Weighting</a:t>
                      </a:r>
                      <a:r>
                        <a:rPr lang="en-US" baseline="0" dirty="0"/>
                        <a:t> (%)</a:t>
                      </a:r>
                      <a:endParaRPr lang="en-US" dirty="0"/>
                    </a:p>
                  </a:txBody>
                  <a:tcPr/>
                </a:tc>
                <a:extLst>
                  <a:ext uri="{0D108BD9-81ED-4DB2-BD59-A6C34878D82A}">
                    <a16:rowId xmlns:a16="http://schemas.microsoft.com/office/drawing/2014/main" val="10000"/>
                  </a:ext>
                </a:extLst>
              </a:tr>
              <a:tr h="327648">
                <a:tc>
                  <a:txBody>
                    <a:bodyPr/>
                    <a:lstStyle/>
                    <a:p>
                      <a:r>
                        <a:rPr lang="en-US" dirty="0"/>
                        <a:t>In-Course Assessment:</a:t>
                      </a:r>
                    </a:p>
                  </a:txBody>
                  <a:tcPr/>
                </a:tc>
                <a:tc>
                  <a:txBody>
                    <a:bodyPr/>
                    <a:lstStyle/>
                    <a:p>
                      <a:r>
                        <a:rPr lang="en-US" dirty="0"/>
                        <a:t>(50%)</a:t>
                      </a:r>
                    </a:p>
                  </a:txBody>
                  <a:tcPr/>
                </a:tc>
                <a:extLst>
                  <a:ext uri="{0D108BD9-81ED-4DB2-BD59-A6C34878D82A}">
                    <a16:rowId xmlns:a16="http://schemas.microsoft.com/office/drawing/2014/main" val="10001"/>
                  </a:ext>
                </a:extLst>
              </a:tr>
              <a:tr h="444344">
                <a:tc>
                  <a:txBody>
                    <a:bodyPr/>
                    <a:lstStyle/>
                    <a:p>
                      <a:r>
                        <a:rPr lang="en-US" dirty="0"/>
                        <a:t>Assignment, Quiz,</a:t>
                      </a:r>
                    </a:p>
                    <a:p>
                      <a:r>
                        <a:rPr lang="en-US" dirty="0"/>
                        <a:t>Tutorial, Practical</a:t>
                      </a:r>
                    </a:p>
                  </a:txBody>
                  <a:tcPr/>
                </a:tc>
                <a:tc>
                  <a:txBody>
                    <a:bodyPr/>
                    <a:lstStyle/>
                    <a:p>
                      <a:r>
                        <a:rPr lang="en-US" dirty="0"/>
                        <a:t>20%</a:t>
                      </a:r>
                    </a:p>
                  </a:txBody>
                  <a:tcPr/>
                </a:tc>
                <a:extLst>
                  <a:ext uri="{0D108BD9-81ED-4DB2-BD59-A6C34878D82A}">
                    <a16:rowId xmlns:a16="http://schemas.microsoft.com/office/drawing/2014/main" val="10002"/>
                  </a:ext>
                </a:extLst>
              </a:tr>
              <a:tr h="327648">
                <a:tc>
                  <a:txBody>
                    <a:bodyPr/>
                    <a:lstStyle/>
                    <a:p>
                      <a:r>
                        <a:rPr lang="en-US" dirty="0"/>
                        <a:t>MINI TESTS</a:t>
                      </a:r>
                    </a:p>
                  </a:txBody>
                  <a:tcPr/>
                </a:tc>
                <a:tc>
                  <a:txBody>
                    <a:bodyPr/>
                    <a:lstStyle/>
                    <a:p>
                      <a:r>
                        <a:rPr lang="en-US" dirty="0"/>
                        <a:t>30%</a:t>
                      </a:r>
                    </a:p>
                  </a:txBody>
                  <a:tcPr/>
                </a:tc>
                <a:extLst>
                  <a:ext uri="{0D108BD9-81ED-4DB2-BD59-A6C34878D82A}">
                    <a16:rowId xmlns:a16="http://schemas.microsoft.com/office/drawing/2014/main" val="10003"/>
                  </a:ext>
                </a:extLst>
              </a:tr>
              <a:tr h="327648">
                <a:tc>
                  <a:txBody>
                    <a:bodyPr/>
                    <a:lstStyle/>
                    <a:p>
                      <a:r>
                        <a:rPr lang="en-US" dirty="0"/>
                        <a:t>Final Assessment</a:t>
                      </a:r>
                    </a:p>
                  </a:txBody>
                  <a:tcPr/>
                </a:tc>
                <a:tc>
                  <a:txBody>
                    <a:bodyPr/>
                    <a:lstStyle/>
                    <a:p>
                      <a:r>
                        <a:rPr lang="en-US" dirty="0"/>
                        <a:t>50 %</a:t>
                      </a:r>
                    </a:p>
                  </a:txBody>
                  <a:tcPr/>
                </a:tc>
                <a:extLst>
                  <a:ext uri="{0D108BD9-81ED-4DB2-BD59-A6C34878D82A}">
                    <a16:rowId xmlns:a16="http://schemas.microsoft.com/office/drawing/2014/main" val="10004"/>
                  </a:ext>
                </a:extLst>
              </a:tr>
              <a:tr h="350089">
                <a:tc>
                  <a:txBody>
                    <a:bodyPr/>
                    <a:lstStyle/>
                    <a:p>
                      <a:r>
                        <a:rPr lang="en-US" sz="2000" b="1" dirty="0"/>
                        <a:t>TOTAL</a:t>
                      </a:r>
                    </a:p>
                  </a:txBody>
                  <a:tcPr/>
                </a:tc>
                <a:tc>
                  <a:txBody>
                    <a:bodyPr/>
                    <a:lstStyle/>
                    <a:p>
                      <a:r>
                        <a:rPr lang="en-US" dirty="0"/>
                        <a:t>100%</a:t>
                      </a:r>
                    </a:p>
                  </a:txBody>
                  <a:tcPr/>
                </a:tc>
                <a:extLst>
                  <a:ext uri="{0D108BD9-81ED-4DB2-BD59-A6C34878D82A}">
                    <a16:rowId xmlns:a16="http://schemas.microsoft.com/office/drawing/2014/main" val="10005"/>
                  </a:ext>
                </a:extLst>
              </a:tr>
            </a:tbl>
          </a:graphicData>
        </a:graphic>
      </p:graphicFrame>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a:t>
            </a:fld>
            <a:endParaRPr lang="en-US" altLang="en-US"/>
          </a:p>
        </p:txBody>
      </p:sp>
      <p:sp>
        <p:nvSpPr>
          <p:cNvPr id="7" name="TextBox 6"/>
          <p:cNvSpPr txBox="1"/>
          <p:nvPr/>
        </p:nvSpPr>
        <p:spPr>
          <a:xfrm>
            <a:off x="457200" y="4267200"/>
            <a:ext cx="4724400" cy="369332"/>
          </a:xfrm>
          <a:prstGeom prst="rect">
            <a:avLst/>
          </a:prstGeom>
          <a:noFill/>
        </p:spPr>
        <p:txBody>
          <a:bodyPr wrap="square" rtlCol="0">
            <a:spAutoFit/>
          </a:bodyPr>
          <a:lstStyle/>
          <a:p>
            <a:r>
              <a:rPr lang="en-US" dirty="0"/>
              <a:t>NOTE: The pass mark should be 50 % </a:t>
            </a:r>
            <a:r>
              <a:rPr lang="en-US"/>
              <a:t>and above</a:t>
            </a: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Recommended Course Textbo</a:t>
            </a:r>
            <a:r>
              <a:rPr lang="en-US" dirty="0">
                <a:solidFill>
                  <a:schemeClr val="accent2">
                    <a:lumMod val="60000"/>
                    <a:lumOff val="40000"/>
                  </a:schemeClr>
                </a:solidFill>
              </a:rPr>
              <a:t>oks</a:t>
            </a:r>
          </a:p>
        </p:txBody>
      </p:sp>
      <p:sp>
        <p:nvSpPr>
          <p:cNvPr id="3" name="Content Placeholder 2"/>
          <p:cNvSpPr>
            <a:spLocks noGrp="1"/>
          </p:cNvSpPr>
          <p:nvPr>
            <p:ph idx="1"/>
          </p:nvPr>
        </p:nvSpPr>
        <p:spPr/>
        <p:txBody>
          <a:bodyPr/>
          <a:lstStyle/>
          <a:p>
            <a:r>
              <a:rPr lang="en-US" dirty="0"/>
              <a:t>-</a:t>
            </a:r>
            <a:r>
              <a:rPr lang="en-US" b="0" dirty="0"/>
              <a:t>Operating System Concepts(8</a:t>
            </a:r>
            <a:r>
              <a:rPr lang="en-US" b="0" baseline="30000" dirty="0"/>
              <a:t>th</a:t>
            </a:r>
            <a:r>
              <a:rPr lang="en-US" b="0" dirty="0"/>
              <a:t> Edition)By Abraham </a:t>
            </a:r>
            <a:r>
              <a:rPr lang="en-US" b="0" dirty="0" err="1"/>
              <a:t>Silberschatz</a:t>
            </a:r>
            <a:r>
              <a:rPr lang="en-US" b="0" dirty="0"/>
              <a:t>, Peter Baer </a:t>
            </a:r>
            <a:r>
              <a:rPr lang="en-US" b="0" dirty="0" err="1"/>
              <a:t>Galvin,Greg</a:t>
            </a:r>
            <a:r>
              <a:rPr lang="en-US" b="0" dirty="0"/>
              <a:t> Gagne(Better to get and read)</a:t>
            </a:r>
          </a:p>
          <a:p>
            <a:endParaRPr lang="en-US" b="0" dirty="0"/>
          </a:p>
          <a:p>
            <a:r>
              <a:rPr lang="en-US" b="0" dirty="0"/>
              <a:t>Modern Operating System(Edition) by Andrew </a:t>
            </a:r>
            <a:r>
              <a:rPr lang="en-US" b="0" dirty="0" err="1"/>
              <a:t>S.Tanenbaum</a:t>
            </a:r>
            <a:endParaRPr lang="en-US" b="0"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a:t>
            </a:fld>
            <a:endParaRPr lang="en-US" altLang="en-US"/>
          </a:p>
        </p:txBody>
      </p:sp>
    </p:spTree>
    <p:extLst>
      <p:ext uri="{BB962C8B-B14F-4D97-AF65-F5344CB8AC3E}">
        <p14:creationId xmlns:p14="http://schemas.microsoft.com/office/powerpoint/2010/main" val="1497683658"/>
      </p:ext>
    </p:ext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Course Tentative plan to be added later</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696396201"/>
              </p:ext>
            </p:extLst>
          </p:nvPr>
        </p:nvGraphicFramePr>
        <p:xfrm>
          <a:off x="1121164" y="1219200"/>
          <a:ext cx="5432036" cy="4267199"/>
        </p:xfrm>
        <a:graphic>
          <a:graphicData uri="http://schemas.openxmlformats.org/drawingml/2006/table">
            <a:tbl>
              <a:tblPr firstRow="1" firstCol="1" bandRow="1">
                <a:tableStyleId>{5C22544A-7EE6-4342-B048-85BDC9FD1C3A}</a:tableStyleId>
              </a:tblPr>
              <a:tblGrid>
                <a:gridCol w="467678">
                  <a:extLst>
                    <a:ext uri="{9D8B030D-6E8A-4147-A177-3AD203B41FA5}">
                      <a16:colId xmlns:a16="http://schemas.microsoft.com/office/drawing/2014/main" val="20000"/>
                    </a:ext>
                  </a:extLst>
                </a:gridCol>
                <a:gridCol w="1464035">
                  <a:extLst>
                    <a:ext uri="{9D8B030D-6E8A-4147-A177-3AD203B41FA5}">
                      <a16:colId xmlns:a16="http://schemas.microsoft.com/office/drawing/2014/main" val="20001"/>
                    </a:ext>
                  </a:extLst>
                </a:gridCol>
                <a:gridCol w="3500323">
                  <a:extLst>
                    <a:ext uri="{9D8B030D-6E8A-4147-A177-3AD203B41FA5}">
                      <a16:colId xmlns:a16="http://schemas.microsoft.com/office/drawing/2014/main" val="20002"/>
                    </a:ext>
                  </a:extLst>
                </a:gridCol>
              </a:tblGrid>
              <a:tr h="164123">
                <a:tc>
                  <a:txBody>
                    <a:bodyPr/>
                    <a:lstStyle/>
                    <a:p>
                      <a:pPr marL="0" marR="0" algn="l">
                        <a:lnSpc>
                          <a:spcPct val="107000"/>
                        </a:lnSpc>
                        <a:spcBef>
                          <a:spcPts val="0"/>
                        </a:spcBef>
                        <a:spcAft>
                          <a:spcPts val="0"/>
                        </a:spcAft>
                      </a:pPr>
                      <a:r>
                        <a:rPr lang="en-US" sz="1000" dirty="0">
                          <a:effectLst/>
                        </a:rPr>
                        <a:t>W#</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a:effectLst/>
                        </a:rPr>
                        <a:t>Date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a:effectLst/>
                        </a:rPr>
                        <a:t>TOPIC</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0"/>
                  </a:ext>
                </a:extLst>
              </a:tr>
              <a:tr h="328246">
                <a:tc>
                  <a:txBody>
                    <a:bodyPr/>
                    <a:lstStyle/>
                    <a:p>
                      <a:pPr marL="0" marR="0" algn="l">
                        <a:lnSpc>
                          <a:spcPct val="107000"/>
                        </a:lnSpc>
                        <a:spcBef>
                          <a:spcPts val="0"/>
                        </a:spcBef>
                        <a:spcAft>
                          <a:spcPts val="0"/>
                        </a:spcAft>
                      </a:pPr>
                      <a:r>
                        <a:rPr lang="en-US" sz="1000">
                          <a:effectLst/>
                        </a:rPr>
                        <a:t>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WEEK1</a:t>
                      </a:r>
                    </a:p>
                    <a:p>
                      <a:pPr marL="0" marR="0" algn="l">
                        <a:lnSpc>
                          <a:spcPct val="107000"/>
                        </a:lnSpc>
                        <a:spcBef>
                          <a:spcPts val="0"/>
                        </a:spcBef>
                        <a:spcAft>
                          <a:spcPts val="0"/>
                        </a:spcAft>
                      </a:pPr>
                      <a:r>
                        <a:rPr lang="en-US" sz="10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a:effectLst/>
                        </a:rPr>
                        <a:t>Introduction to OS, Operating System Structures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1"/>
                  </a:ext>
                </a:extLst>
              </a:tr>
              <a:tr h="328246">
                <a:tc>
                  <a:txBody>
                    <a:bodyPr/>
                    <a:lstStyle/>
                    <a:p>
                      <a:pPr marL="0" marR="0" algn="l">
                        <a:lnSpc>
                          <a:spcPct val="107000"/>
                        </a:lnSpc>
                        <a:spcBef>
                          <a:spcPts val="0"/>
                        </a:spcBef>
                        <a:spcAft>
                          <a:spcPts val="0"/>
                        </a:spcAft>
                      </a:pPr>
                      <a:r>
                        <a:rPr lang="en-US" sz="1000">
                          <a:effectLst/>
                        </a:rPr>
                        <a:t>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WEEK2</a:t>
                      </a:r>
                    </a:p>
                  </a:txBody>
                  <a:tcPr marL="62744" marR="62744" marT="0" marB="0"/>
                </a:tc>
                <a:tc>
                  <a:txBody>
                    <a:bodyPr/>
                    <a:lstStyle/>
                    <a:p>
                      <a:pPr marL="0" marR="0" algn="l">
                        <a:lnSpc>
                          <a:spcPct val="107000"/>
                        </a:lnSpc>
                        <a:spcBef>
                          <a:spcPts val="0"/>
                        </a:spcBef>
                        <a:spcAft>
                          <a:spcPts val="0"/>
                        </a:spcAft>
                      </a:pPr>
                      <a:r>
                        <a:rPr lang="en-US" sz="1000">
                          <a:effectLst/>
                        </a:rPr>
                        <a:t>Processes and Threads</a:t>
                      </a:r>
                    </a:p>
                    <a:p>
                      <a:pPr marL="0" marR="0" algn="l">
                        <a:lnSpc>
                          <a:spcPct val="107000"/>
                        </a:lnSpc>
                        <a:spcBef>
                          <a:spcPts val="0"/>
                        </a:spcBef>
                        <a:spcAft>
                          <a:spcPts val="0"/>
                        </a:spcAft>
                      </a:pPr>
                      <a:r>
                        <a:rPr lang="en-US"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2"/>
                  </a:ext>
                </a:extLst>
              </a:tr>
              <a:tr h="328246">
                <a:tc>
                  <a:txBody>
                    <a:bodyPr/>
                    <a:lstStyle/>
                    <a:p>
                      <a:pPr marL="0" marR="0" algn="l">
                        <a:lnSpc>
                          <a:spcPct val="107000"/>
                        </a:lnSpc>
                        <a:spcBef>
                          <a:spcPts val="0"/>
                        </a:spcBef>
                        <a:spcAft>
                          <a:spcPts val="0"/>
                        </a:spcAft>
                      </a:pPr>
                      <a:r>
                        <a:rPr lang="en-US" sz="1000" dirty="0">
                          <a:effectLst/>
                        </a:rPr>
                        <a:t>3</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indent="0" algn="l" defTabSz="685800" rtl="0" eaLnBrk="1" fontAlgn="auto" latinLnBrk="0" hangingPunct="1">
                        <a:lnSpc>
                          <a:spcPct val="107000"/>
                        </a:lnSpc>
                        <a:spcBef>
                          <a:spcPts val="0"/>
                        </a:spcBef>
                        <a:spcAft>
                          <a:spcPts val="0"/>
                        </a:spcAft>
                        <a:buClrTx/>
                        <a:buSzTx/>
                        <a:buFontTx/>
                        <a:buNone/>
                        <a:tabLst/>
                        <a:defRPr/>
                      </a:pPr>
                      <a:r>
                        <a:rPr lang="en-US" sz="1000" dirty="0">
                          <a:effectLst/>
                        </a:rPr>
                        <a:t>WEEK3</a:t>
                      </a:r>
                    </a:p>
                  </a:txBody>
                  <a:tcPr marL="62744" marR="62744" marT="0" marB="0"/>
                </a:tc>
                <a:tc>
                  <a:txBody>
                    <a:bodyPr/>
                    <a:lstStyle/>
                    <a:p>
                      <a:pPr marL="0" marR="0" algn="l">
                        <a:lnSpc>
                          <a:spcPct val="107000"/>
                        </a:lnSpc>
                        <a:spcBef>
                          <a:spcPts val="0"/>
                        </a:spcBef>
                        <a:spcAft>
                          <a:spcPts val="0"/>
                        </a:spcAft>
                      </a:pPr>
                      <a:r>
                        <a:rPr lang="en-US" sz="1000" dirty="0">
                          <a:effectLst/>
                        </a:rPr>
                        <a:t>Processes and Threads</a:t>
                      </a:r>
                      <a:r>
                        <a:rPr lang="en-US" sz="1000" dirty="0">
                          <a:solidFill>
                            <a:srgbClr val="FF0000"/>
                          </a:solidFill>
                          <a:effectLst/>
                        </a:rPr>
                        <a:t>(After This Topic , Learner</a:t>
                      </a:r>
                      <a:r>
                        <a:rPr lang="en-US" sz="1000" baseline="0" dirty="0">
                          <a:solidFill>
                            <a:srgbClr val="FF0000"/>
                          </a:solidFill>
                          <a:effectLst/>
                        </a:rPr>
                        <a:t>  will sit for </a:t>
                      </a:r>
                      <a:r>
                        <a:rPr lang="en-US" sz="1000" dirty="0">
                          <a:solidFill>
                            <a:srgbClr val="FF0000"/>
                          </a:solidFill>
                          <a:effectLst/>
                        </a:rPr>
                        <a:t> CAT 1)</a:t>
                      </a:r>
                    </a:p>
                    <a:p>
                      <a:pPr marL="0" marR="0" algn="l">
                        <a:lnSpc>
                          <a:spcPct val="107000"/>
                        </a:lnSpc>
                        <a:spcBef>
                          <a:spcPts val="0"/>
                        </a:spcBef>
                        <a:spcAft>
                          <a:spcPts val="0"/>
                        </a:spcAft>
                      </a:pPr>
                      <a:r>
                        <a:rPr lang="en-US" sz="10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3"/>
                  </a:ext>
                </a:extLst>
              </a:tr>
              <a:tr h="328246">
                <a:tc>
                  <a:txBody>
                    <a:bodyPr/>
                    <a:lstStyle/>
                    <a:p>
                      <a:pPr marL="0" marR="0" algn="l">
                        <a:lnSpc>
                          <a:spcPct val="107000"/>
                        </a:lnSpc>
                        <a:spcBef>
                          <a:spcPts val="0"/>
                        </a:spcBef>
                        <a:spcAft>
                          <a:spcPts val="0"/>
                        </a:spcAft>
                      </a:pPr>
                      <a:r>
                        <a:rPr lang="en-US" sz="1000">
                          <a:effectLst/>
                        </a:rPr>
                        <a:t>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WEEK4</a:t>
                      </a:r>
                    </a:p>
                  </a:txBody>
                  <a:tcPr marL="62744" marR="62744" marT="0" marB="0"/>
                </a:tc>
                <a:tc>
                  <a:txBody>
                    <a:bodyPr/>
                    <a:lstStyle/>
                    <a:p>
                      <a:pPr marL="0" marR="0" algn="l">
                        <a:lnSpc>
                          <a:spcPct val="107000"/>
                        </a:lnSpc>
                        <a:spcBef>
                          <a:spcPts val="0"/>
                        </a:spcBef>
                        <a:spcAft>
                          <a:spcPts val="0"/>
                        </a:spcAft>
                      </a:pPr>
                      <a:r>
                        <a:rPr lang="en-US" sz="1000">
                          <a:effectLst/>
                        </a:rPr>
                        <a:t>CPU Scheduling</a:t>
                      </a:r>
                    </a:p>
                    <a:p>
                      <a:pPr marL="0" marR="0" algn="l">
                        <a:lnSpc>
                          <a:spcPct val="107000"/>
                        </a:lnSpc>
                        <a:spcBef>
                          <a:spcPts val="0"/>
                        </a:spcBef>
                        <a:spcAft>
                          <a:spcPts val="0"/>
                        </a:spcAft>
                      </a:pPr>
                      <a:r>
                        <a:rPr lang="en-US"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4"/>
                  </a:ext>
                </a:extLst>
              </a:tr>
              <a:tr h="328246">
                <a:tc>
                  <a:txBody>
                    <a:bodyPr/>
                    <a:lstStyle/>
                    <a:p>
                      <a:pPr marL="0" marR="0" algn="l">
                        <a:lnSpc>
                          <a:spcPct val="107000"/>
                        </a:lnSpc>
                        <a:spcBef>
                          <a:spcPts val="0"/>
                        </a:spcBef>
                        <a:spcAft>
                          <a:spcPts val="0"/>
                        </a:spcAft>
                      </a:pPr>
                      <a:r>
                        <a:rPr lang="en-US" sz="1000">
                          <a:effectLst/>
                        </a:rPr>
                        <a:t>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WEEK5</a:t>
                      </a:r>
                    </a:p>
                  </a:txBody>
                  <a:tcPr marL="62744" marR="62744" marT="0" marB="0"/>
                </a:tc>
                <a:tc>
                  <a:txBody>
                    <a:bodyPr/>
                    <a:lstStyle/>
                    <a:p>
                      <a:pPr marL="0" marR="0" algn="l">
                        <a:lnSpc>
                          <a:spcPct val="107000"/>
                        </a:lnSpc>
                        <a:spcBef>
                          <a:spcPts val="0"/>
                        </a:spcBef>
                        <a:spcAft>
                          <a:spcPts val="0"/>
                        </a:spcAft>
                      </a:pPr>
                      <a:r>
                        <a:rPr lang="en-US" sz="1000">
                          <a:effectLst/>
                        </a:rPr>
                        <a:t>Synchronization</a:t>
                      </a:r>
                    </a:p>
                    <a:p>
                      <a:pPr marL="0" marR="0" algn="l">
                        <a:lnSpc>
                          <a:spcPct val="107000"/>
                        </a:lnSpc>
                        <a:spcBef>
                          <a:spcPts val="0"/>
                        </a:spcBef>
                        <a:spcAft>
                          <a:spcPts val="0"/>
                        </a:spcAft>
                      </a:pPr>
                      <a:r>
                        <a:rPr lang="en-US"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5"/>
                  </a:ext>
                </a:extLst>
              </a:tr>
              <a:tr h="328246">
                <a:tc>
                  <a:txBody>
                    <a:bodyPr/>
                    <a:lstStyle/>
                    <a:p>
                      <a:pPr marL="0" marR="0" algn="l">
                        <a:lnSpc>
                          <a:spcPct val="107000"/>
                        </a:lnSpc>
                        <a:spcBef>
                          <a:spcPts val="0"/>
                        </a:spcBef>
                        <a:spcAft>
                          <a:spcPts val="0"/>
                        </a:spcAft>
                      </a:pPr>
                      <a:r>
                        <a:rPr lang="en-US" sz="1000">
                          <a:effectLst/>
                        </a:rPr>
                        <a:t>6</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WEEK6</a:t>
                      </a:r>
                    </a:p>
                  </a:txBody>
                  <a:tcPr marL="62744" marR="62744" marT="0" marB="0"/>
                </a:tc>
                <a:tc>
                  <a:txBody>
                    <a:bodyPr/>
                    <a:lstStyle/>
                    <a:p>
                      <a:pPr marL="0" marR="0" algn="l">
                        <a:lnSpc>
                          <a:spcPct val="107000"/>
                        </a:lnSpc>
                        <a:spcBef>
                          <a:spcPts val="0"/>
                        </a:spcBef>
                        <a:spcAft>
                          <a:spcPts val="0"/>
                        </a:spcAft>
                      </a:pPr>
                      <a:r>
                        <a:rPr lang="en-US" sz="1000">
                          <a:effectLst/>
                        </a:rPr>
                        <a:t>Deadlocking</a:t>
                      </a:r>
                    </a:p>
                    <a:p>
                      <a:pPr marL="0" marR="0" algn="l">
                        <a:lnSpc>
                          <a:spcPct val="107000"/>
                        </a:lnSpc>
                        <a:spcBef>
                          <a:spcPts val="0"/>
                        </a:spcBef>
                        <a:spcAft>
                          <a:spcPts val="0"/>
                        </a:spcAft>
                      </a:pPr>
                      <a:r>
                        <a:rPr lang="en-US"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6"/>
                  </a:ext>
                </a:extLst>
              </a:tr>
              <a:tr h="328246">
                <a:tc>
                  <a:txBody>
                    <a:bodyPr/>
                    <a:lstStyle/>
                    <a:p>
                      <a:pPr marL="0" marR="0" algn="l">
                        <a:lnSpc>
                          <a:spcPct val="107000"/>
                        </a:lnSpc>
                        <a:spcBef>
                          <a:spcPts val="0"/>
                        </a:spcBef>
                        <a:spcAft>
                          <a:spcPts val="0"/>
                        </a:spcAft>
                      </a:pPr>
                      <a:r>
                        <a:rPr lang="en-US" sz="1000">
                          <a:effectLst/>
                        </a:rPr>
                        <a:t>7</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WEEK7</a:t>
                      </a:r>
                    </a:p>
                  </a:txBody>
                  <a:tcPr marL="62744" marR="62744" marT="0" marB="0"/>
                </a:tc>
                <a:tc>
                  <a:txBody>
                    <a:bodyPr/>
                    <a:lstStyle/>
                    <a:p>
                      <a:pPr marL="0" marR="0" algn="l">
                        <a:lnSpc>
                          <a:spcPct val="107000"/>
                        </a:lnSpc>
                        <a:spcBef>
                          <a:spcPts val="0"/>
                        </a:spcBef>
                        <a:spcAft>
                          <a:spcPts val="0"/>
                        </a:spcAft>
                      </a:pPr>
                      <a:r>
                        <a:rPr lang="en-US" sz="1000" dirty="0">
                          <a:effectLst/>
                        </a:rPr>
                        <a:t>Virtual Memory</a:t>
                      </a:r>
                      <a:r>
                        <a:rPr lang="en-US" sz="1000" dirty="0">
                          <a:solidFill>
                            <a:srgbClr val="FF0000"/>
                          </a:solidFill>
                          <a:effectLst/>
                        </a:rPr>
                        <a:t> (After This Topic, </a:t>
                      </a:r>
                      <a:r>
                        <a:rPr lang="en-US" sz="1000" baseline="0" dirty="0">
                          <a:solidFill>
                            <a:srgbClr val="FF0000"/>
                          </a:solidFill>
                          <a:effectLst/>
                        </a:rPr>
                        <a:t> Learners will sit for </a:t>
                      </a:r>
                      <a:r>
                        <a:rPr lang="en-US" sz="1000" dirty="0">
                          <a:solidFill>
                            <a:srgbClr val="FF0000"/>
                          </a:solidFill>
                          <a:effectLst/>
                        </a:rPr>
                        <a:t> CAT 2)</a:t>
                      </a:r>
                    </a:p>
                    <a:p>
                      <a:pPr marL="0" marR="0" algn="l">
                        <a:lnSpc>
                          <a:spcPct val="107000"/>
                        </a:lnSpc>
                        <a:spcBef>
                          <a:spcPts val="0"/>
                        </a:spcBef>
                        <a:spcAft>
                          <a:spcPts val="0"/>
                        </a:spcAft>
                      </a:pPr>
                      <a:r>
                        <a:rPr lang="en-US" sz="10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7"/>
                  </a:ext>
                </a:extLst>
              </a:tr>
              <a:tr h="328246">
                <a:tc>
                  <a:txBody>
                    <a:bodyPr/>
                    <a:lstStyle/>
                    <a:p>
                      <a:pPr marL="0" marR="0" algn="l">
                        <a:lnSpc>
                          <a:spcPct val="107000"/>
                        </a:lnSpc>
                        <a:spcBef>
                          <a:spcPts val="0"/>
                        </a:spcBef>
                        <a:spcAft>
                          <a:spcPts val="0"/>
                        </a:spcAft>
                      </a:pPr>
                      <a:r>
                        <a:rPr lang="en-US" sz="1000">
                          <a:effectLst/>
                        </a:rPr>
                        <a:t>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WEEK8</a:t>
                      </a:r>
                    </a:p>
                  </a:txBody>
                  <a:tcPr marL="62744" marR="62744" marT="0" marB="0"/>
                </a:tc>
                <a:tc>
                  <a:txBody>
                    <a:bodyPr/>
                    <a:lstStyle/>
                    <a:p>
                      <a:pPr marL="0" marR="0" algn="l">
                        <a:lnSpc>
                          <a:spcPct val="107000"/>
                        </a:lnSpc>
                        <a:spcBef>
                          <a:spcPts val="0"/>
                        </a:spcBef>
                        <a:spcAft>
                          <a:spcPts val="0"/>
                        </a:spcAft>
                      </a:pPr>
                      <a:r>
                        <a:rPr lang="en-US" sz="1000">
                          <a:effectLst/>
                        </a:rPr>
                        <a:t>Files Systems</a:t>
                      </a:r>
                    </a:p>
                    <a:p>
                      <a:pPr marL="0" marR="0" algn="l">
                        <a:lnSpc>
                          <a:spcPct val="107000"/>
                        </a:lnSpc>
                        <a:spcBef>
                          <a:spcPts val="0"/>
                        </a:spcBef>
                        <a:spcAft>
                          <a:spcPts val="0"/>
                        </a:spcAft>
                      </a:pPr>
                      <a:r>
                        <a:rPr lang="en-US"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8"/>
                  </a:ext>
                </a:extLst>
              </a:tr>
              <a:tr h="328246">
                <a:tc>
                  <a:txBody>
                    <a:bodyPr/>
                    <a:lstStyle/>
                    <a:p>
                      <a:pPr marL="0" marR="0" algn="l">
                        <a:lnSpc>
                          <a:spcPct val="107000"/>
                        </a:lnSpc>
                        <a:spcBef>
                          <a:spcPts val="0"/>
                        </a:spcBef>
                        <a:spcAft>
                          <a:spcPts val="0"/>
                        </a:spcAft>
                      </a:pPr>
                      <a:r>
                        <a:rPr lang="en-US" sz="1000">
                          <a:effectLst/>
                        </a:rPr>
                        <a:t>9</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indent="0" algn="l" defTabSz="685800" rtl="0" eaLnBrk="1" fontAlgn="auto" latinLnBrk="0" hangingPunct="1">
                        <a:lnSpc>
                          <a:spcPct val="107000"/>
                        </a:lnSpc>
                        <a:spcBef>
                          <a:spcPts val="0"/>
                        </a:spcBef>
                        <a:spcAft>
                          <a:spcPts val="0"/>
                        </a:spcAft>
                        <a:buClrTx/>
                        <a:buSzTx/>
                        <a:buFontTx/>
                        <a:buNone/>
                        <a:tabLst/>
                        <a:defRPr/>
                      </a:pPr>
                      <a:r>
                        <a:rPr lang="en-US" sz="1000" dirty="0">
                          <a:effectLst/>
                        </a:rPr>
                        <a:t>WEEK9</a:t>
                      </a:r>
                    </a:p>
                  </a:txBody>
                  <a:tcPr marL="62744" marR="62744" marT="0" marB="0"/>
                </a:tc>
                <a:tc>
                  <a:txBody>
                    <a:bodyPr/>
                    <a:lstStyle/>
                    <a:p>
                      <a:pPr marL="0" marR="0" algn="l">
                        <a:lnSpc>
                          <a:spcPct val="107000"/>
                        </a:lnSpc>
                        <a:spcBef>
                          <a:spcPts val="0"/>
                        </a:spcBef>
                        <a:spcAft>
                          <a:spcPts val="0"/>
                        </a:spcAft>
                      </a:pPr>
                      <a:r>
                        <a:rPr lang="en-US" sz="1000">
                          <a:effectLst/>
                        </a:rPr>
                        <a:t>Mass Storage Structure</a:t>
                      </a:r>
                    </a:p>
                    <a:p>
                      <a:pPr marL="0" marR="0" algn="l">
                        <a:lnSpc>
                          <a:spcPct val="107000"/>
                        </a:lnSpc>
                        <a:spcBef>
                          <a:spcPts val="0"/>
                        </a:spcBef>
                        <a:spcAft>
                          <a:spcPts val="0"/>
                        </a:spcAft>
                      </a:pPr>
                      <a:r>
                        <a:rPr lang="en-US"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09"/>
                  </a:ext>
                </a:extLst>
              </a:tr>
              <a:tr h="328246">
                <a:tc>
                  <a:txBody>
                    <a:bodyPr/>
                    <a:lstStyle/>
                    <a:p>
                      <a:pPr marL="0" marR="0" algn="l">
                        <a:lnSpc>
                          <a:spcPct val="107000"/>
                        </a:lnSpc>
                        <a:spcBef>
                          <a:spcPts val="0"/>
                        </a:spcBef>
                        <a:spcAft>
                          <a:spcPts val="0"/>
                        </a:spcAft>
                      </a:pPr>
                      <a:r>
                        <a:rPr lang="en-US" sz="1000">
                          <a:effectLst/>
                        </a:rPr>
                        <a:t>10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WEEK10</a:t>
                      </a:r>
                    </a:p>
                  </a:txBody>
                  <a:tcPr marL="62744" marR="62744" marT="0" marB="0"/>
                </a:tc>
                <a:tc>
                  <a:txBody>
                    <a:bodyPr/>
                    <a:lstStyle/>
                    <a:p>
                      <a:pPr marL="0" marR="0" algn="l">
                        <a:lnSpc>
                          <a:spcPct val="107000"/>
                        </a:lnSpc>
                        <a:spcBef>
                          <a:spcPts val="0"/>
                        </a:spcBef>
                        <a:spcAft>
                          <a:spcPts val="0"/>
                        </a:spcAft>
                      </a:pPr>
                      <a:r>
                        <a:rPr lang="en-US" sz="1000">
                          <a:effectLst/>
                        </a:rPr>
                        <a:t>Input/output</a:t>
                      </a:r>
                    </a:p>
                    <a:p>
                      <a:pPr marL="0" marR="0" algn="l">
                        <a:lnSpc>
                          <a:spcPct val="107000"/>
                        </a:lnSpc>
                        <a:spcBef>
                          <a:spcPts val="0"/>
                        </a:spcBef>
                        <a:spcAft>
                          <a:spcPts val="0"/>
                        </a:spcAft>
                      </a:pPr>
                      <a:r>
                        <a:rPr lang="en-US"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10"/>
                  </a:ext>
                </a:extLst>
              </a:tr>
              <a:tr h="328246">
                <a:tc>
                  <a:txBody>
                    <a:bodyPr/>
                    <a:lstStyle/>
                    <a:p>
                      <a:pPr marL="0" marR="0" algn="l">
                        <a:lnSpc>
                          <a:spcPct val="107000"/>
                        </a:lnSpc>
                        <a:spcBef>
                          <a:spcPts val="0"/>
                        </a:spcBef>
                        <a:spcAft>
                          <a:spcPts val="0"/>
                        </a:spcAft>
                      </a:pPr>
                      <a:r>
                        <a:rPr lang="en-US" sz="1000">
                          <a:effectLst/>
                        </a:rPr>
                        <a:t>11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WEEK11</a:t>
                      </a:r>
                    </a:p>
                  </a:txBody>
                  <a:tcPr marL="62744" marR="62744" marT="0" marB="0"/>
                </a:tc>
                <a:tc>
                  <a:txBody>
                    <a:bodyPr/>
                    <a:lstStyle/>
                    <a:p>
                      <a:pPr marL="0" marR="0" algn="l">
                        <a:lnSpc>
                          <a:spcPct val="107000"/>
                        </a:lnSpc>
                        <a:spcBef>
                          <a:spcPts val="0"/>
                        </a:spcBef>
                        <a:spcAft>
                          <a:spcPts val="0"/>
                        </a:spcAft>
                      </a:pPr>
                      <a:r>
                        <a:rPr lang="en-US" sz="1000">
                          <a:effectLst/>
                        </a:rPr>
                        <a:t>Protection</a:t>
                      </a:r>
                    </a:p>
                    <a:p>
                      <a:pPr marL="0" marR="0" algn="l">
                        <a:lnSpc>
                          <a:spcPct val="107000"/>
                        </a:lnSpc>
                        <a:spcBef>
                          <a:spcPts val="0"/>
                        </a:spcBef>
                        <a:spcAft>
                          <a:spcPts val="0"/>
                        </a:spcAft>
                      </a:pPr>
                      <a:r>
                        <a:rPr lang="en-US"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11"/>
                  </a:ext>
                </a:extLst>
              </a:tr>
              <a:tr h="492370">
                <a:tc>
                  <a:txBody>
                    <a:bodyPr/>
                    <a:lstStyle/>
                    <a:p>
                      <a:pPr marL="0" marR="0" algn="l">
                        <a:lnSpc>
                          <a:spcPct val="107000"/>
                        </a:lnSpc>
                        <a:spcBef>
                          <a:spcPts val="0"/>
                        </a:spcBef>
                        <a:spcAft>
                          <a:spcPts val="0"/>
                        </a:spcAft>
                      </a:pPr>
                      <a:r>
                        <a:rPr lang="en-US" sz="1000">
                          <a:effectLst/>
                        </a:rPr>
                        <a:t>12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latin typeface="+mn-lt"/>
                          <a:ea typeface="+mn-ea"/>
                          <a:cs typeface="+mn-cs"/>
                        </a:rPr>
                        <a:t>WEEK12</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tc>
                  <a:txBody>
                    <a:bodyPr/>
                    <a:lstStyle/>
                    <a:p>
                      <a:pPr marL="0" marR="0" algn="l">
                        <a:lnSpc>
                          <a:spcPct val="107000"/>
                        </a:lnSpc>
                        <a:spcBef>
                          <a:spcPts val="0"/>
                        </a:spcBef>
                        <a:spcAft>
                          <a:spcPts val="0"/>
                        </a:spcAft>
                      </a:pPr>
                      <a:r>
                        <a:rPr lang="en-US" sz="1000" dirty="0">
                          <a:effectLst/>
                        </a:rPr>
                        <a:t>Distributed Systems</a:t>
                      </a:r>
                      <a:r>
                        <a:rPr lang="en-US" sz="1000" dirty="0">
                          <a:solidFill>
                            <a:srgbClr val="FF0000"/>
                          </a:solidFill>
                          <a:effectLst/>
                        </a:rPr>
                        <a:t>(After This ,</a:t>
                      </a:r>
                      <a:r>
                        <a:rPr lang="en-US" sz="1000">
                          <a:solidFill>
                            <a:srgbClr val="FF0000"/>
                          </a:solidFill>
                          <a:effectLst/>
                        </a:rPr>
                        <a:t>Each  student must </a:t>
                      </a:r>
                      <a:r>
                        <a:rPr lang="en-US" sz="1000" dirty="0">
                          <a:solidFill>
                            <a:srgbClr val="FF0000"/>
                          </a:solidFill>
                          <a:effectLst/>
                        </a:rPr>
                        <a:t>me confident to sit for Final Exam)</a:t>
                      </a:r>
                    </a:p>
                    <a:p>
                      <a:pPr marL="0" marR="0" algn="l">
                        <a:lnSpc>
                          <a:spcPct val="107000"/>
                        </a:lnSpc>
                        <a:spcBef>
                          <a:spcPts val="0"/>
                        </a:spcBef>
                        <a:spcAft>
                          <a:spcPts val="0"/>
                        </a:spcAft>
                      </a:pPr>
                      <a:r>
                        <a:rPr lang="en-US" sz="10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744" marR="62744" marT="0" marB="0"/>
                </a:tc>
                <a:extLst>
                  <a:ext uri="{0D108BD9-81ED-4DB2-BD59-A6C34878D82A}">
                    <a16:rowId xmlns:a16="http://schemas.microsoft.com/office/drawing/2014/main" val="10012"/>
                  </a:ext>
                </a:extLst>
              </a:tr>
            </a:tbl>
          </a:graphicData>
        </a:graphic>
      </p:graphicFrame>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5</a:t>
            </a:fld>
            <a:endParaRPr lang="en-US" altLang="en-US"/>
          </a:p>
        </p:txBody>
      </p:sp>
    </p:spTree>
    <p:extLst>
      <p:ext uri="{BB962C8B-B14F-4D97-AF65-F5344CB8AC3E}">
        <p14:creationId xmlns:p14="http://schemas.microsoft.com/office/powerpoint/2010/main" val="3879461055"/>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Some course Tips</a:t>
            </a:r>
          </a:p>
        </p:txBody>
      </p:sp>
      <p:sp>
        <p:nvSpPr>
          <p:cNvPr id="3" name="Content Placeholder 2"/>
          <p:cNvSpPr>
            <a:spLocks noGrp="1"/>
          </p:cNvSpPr>
          <p:nvPr>
            <p:ph idx="1"/>
          </p:nvPr>
        </p:nvSpPr>
        <p:spPr>
          <a:xfrm>
            <a:off x="457200" y="1295400"/>
            <a:ext cx="8001000" cy="4267200"/>
          </a:xfrm>
        </p:spPr>
        <p:txBody>
          <a:bodyPr/>
          <a:lstStyle/>
          <a:p>
            <a:pPr>
              <a:buFont typeface="Wingdings" panose="05000000000000000000" pitchFamily="2" charset="2"/>
              <a:buChar char="§"/>
            </a:pPr>
            <a:r>
              <a:rPr lang="en-US" b="0" dirty="0"/>
              <a:t>Ask Questions</a:t>
            </a:r>
          </a:p>
          <a:p>
            <a:pPr>
              <a:buFont typeface="Wingdings" panose="05000000000000000000" pitchFamily="2" charset="2"/>
              <a:buChar char="§"/>
            </a:pPr>
            <a:r>
              <a:rPr lang="en-US" b="0" dirty="0"/>
              <a:t>Attend all Course Lectures</a:t>
            </a:r>
          </a:p>
          <a:p>
            <a:pPr>
              <a:buFont typeface="Wingdings" panose="05000000000000000000" pitchFamily="2" charset="2"/>
              <a:buChar char="§"/>
            </a:pPr>
            <a:r>
              <a:rPr lang="en-US" b="0" dirty="0"/>
              <a:t>Read The books provided(Especially Recommended Sections)</a:t>
            </a:r>
          </a:p>
          <a:p>
            <a:pPr>
              <a:buFont typeface="Wingdings" panose="05000000000000000000" pitchFamily="2" charset="2"/>
              <a:buChar char="§"/>
            </a:pPr>
            <a:r>
              <a:rPr lang="en-US" b="0" dirty="0"/>
              <a:t>Work together to complete all Assignments that will be given during the course period</a:t>
            </a:r>
          </a:p>
          <a:p>
            <a:pPr marL="0" indent="0">
              <a:buNone/>
            </a:pPr>
            <a:r>
              <a:rPr lang="en-US" b="0" dirty="0"/>
              <a:t>In case of a challenging exercise, be persistent do not just give up</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6</a:t>
            </a:fld>
            <a:endParaRPr lang="en-US" altLang="en-US"/>
          </a:p>
        </p:txBody>
      </p:sp>
    </p:spTree>
    <p:extLst>
      <p:ext uri="{BB962C8B-B14F-4D97-AF65-F5344CB8AC3E}">
        <p14:creationId xmlns:p14="http://schemas.microsoft.com/office/powerpoint/2010/main" val="3496299416"/>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nSpc>
                <a:spcPct val="90000"/>
              </a:lnSpc>
              <a:defRPr/>
            </a:pPr>
            <a:r>
              <a:rPr lang="en-US" altLang="en-US" sz="3200" dirty="0">
                <a:solidFill>
                  <a:srgbClr val="FF0000"/>
                </a:solidFill>
              </a:rPr>
              <a:t>Chapter 1</a:t>
            </a:r>
          </a:p>
        </p:txBody>
      </p:sp>
      <p:sp>
        <p:nvSpPr>
          <p:cNvPr id="14339" name="Rectangle 3"/>
          <p:cNvSpPr>
            <a:spLocks noGrp="1" noChangeArrowheads="1"/>
          </p:cNvSpPr>
          <p:nvPr>
            <p:ph idx="1"/>
          </p:nvPr>
        </p:nvSpPr>
        <p:spPr>
          <a:xfrm>
            <a:off x="304800" y="1371600"/>
            <a:ext cx="8001000" cy="4448175"/>
          </a:xfrm>
        </p:spPr>
        <p:txBody>
          <a:bodyPr/>
          <a:lstStyle/>
          <a:p>
            <a:pPr>
              <a:defRPr/>
            </a:pPr>
            <a:r>
              <a:rPr lang="en-US" altLang="en-US" sz="2250" b="0" dirty="0">
                <a:cs typeface="+mn-cs"/>
              </a:rPr>
              <a:t>The Roles of Operating Systems</a:t>
            </a:r>
          </a:p>
          <a:p>
            <a:pPr>
              <a:defRPr/>
            </a:pPr>
            <a:r>
              <a:rPr lang="en-US" altLang="en-US" sz="2250" b="0" dirty="0">
                <a:cs typeface="+mn-cs"/>
              </a:rPr>
              <a:t>Computer-System Organization and Architecture </a:t>
            </a:r>
          </a:p>
          <a:p>
            <a:pPr>
              <a:defRPr/>
            </a:pPr>
            <a:r>
              <a:rPr lang="en-US" altLang="en-US" sz="2250" b="0" dirty="0">
                <a:cs typeface="+mn-cs"/>
              </a:rPr>
              <a:t>Operating System Structure and Operations</a:t>
            </a:r>
          </a:p>
          <a:p>
            <a:pPr>
              <a:defRPr/>
            </a:pPr>
            <a:r>
              <a:rPr lang="en-US" altLang="en-US" sz="2250" b="0" dirty="0">
                <a:cs typeface="+mn-cs"/>
              </a:rPr>
              <a:t>Major Operating Systems Concepts/Components(Functionalities)</a:t>
            </a:r>
          </a:p>
          <a:p>
            <a:pPr lvl="2">
              <a:buFont typeface="Wingdings" panose="05000000000000000000" pitchFamily="2" charset="2"/>
              <a:buChar char="§"/>
              <a:defRPr/>
            </a:pPr>
            <a:r>
              <a:rPr lang="en-US" altLang="en-US" sz="2150" b="0" dirty="0">
                <a:cs typeface="+mn-cs"/>
              </a:rPr>
              <a:t> Process Management </a:t>
            </a:r>
          </a:p>
          <a:p>
            <a:pPr lvl="2">
              <a:buFont typeface="Wingdings" panose="05000000000000000000" pitchFamily="2" charset="2"/>
              <a:buChar char="§"/>
              <a:defRPr/>
            </a:pPr>
            <a:r>
              <a:rPr lang="en-US" altLang="en-US" sz="2150" b="0" dirty="0">
                <a:cs typeface="+mn-cs"/>
              </a:rPr>
              <a:t> Memory Management</a:t>
            </a:r>
          </a:p>
          <a:p>
            <a:pPr lvl="2">
              <a:buFont typeface="Wingdings" panose="05000000000000000000" pitchFamily="2" charset="2"/>
              <a:buChar char="§"/>
              <a:defRPr/>
            </a:pPr>
            <a:r>
              <a:rPr lang="en-US" altLang="en-US" sz="2150" b="0" dirty="0">
                <a:cs typeface="+mn-cs"/>
              </a:rPr>
              <a:t>Storage Management	</a:t>
            </a:r>
          </a:p>
          <a:p>
            <a:pPr lvl="2">
              <a:buFont typeface="Wingdings" panose="05000000000000000000" pitchFamily="2" charset="2"/>
              <a:buChar char="§"/>
              <a:defRPr/>
            </a:pPr>
            <a:r>
              <a:rPr lang="en-US" altLang="en-US" sz="2150" b="0" dirty="0">
                <a:cs typeface="+mn-cs"/>
              </a:rPr>
              <a:t> Protection and Security.</a:t>
            </a:r>
          </a:p>
          <a:p>
            <a:pPr>
              <a:buFont typeface="Wingdings" panose="05000000000000000000" pitchFamily="2" charset="2"/>
              <a:buChar char="q"/>
              <a:defRPr/>
            </a:pPr>
            <a:r>
              <a:rPr lang="en-US" altLang="en-US" sz="2250" b="0" dirty="0"/>
              <a:t> Computing Environments</a:t>
            </a:r>
          </a:p>
          <a:p>
            <a:pPr marL="0" indent="0">
              <a:buNone/>
              <a:defRPr/>
            </a:pPr>
            <a:endParaRPr lang="en-US" altLang="en-US" sz="2250" dirty="0"/>
          </a:p>
          <a:p>
            <a:pPr marL="0" indent="0">
              <a:buNone/>
              <a:defRPr/>
            </a:pPr>
            <a:endParaRPr lang="en-US" altLang="en-US" sz="2250" dirty="0">
              <a:cs typeface="+mn-cs"/>
            </a:endParaRPr>
          </a:p>
          <a:p>
            <a:pPr marL="0" indent="0">
              <a:buNone/>
              <a:defRPr/>
            </a:pPr>
            <a:endParaRPr lang="en-US" altLang="en-US" sz="2250" dirty="0">
              <a:cs typeface="+mn-cs"/>
            </a:endParaRPr>
          </a:p>
          <a:p>
            <a:pPr marL="0" indent="0">
              <a:buNone/>
              <a:defRPr/>
            </a:pPr>
            <a:r>
              <a:rPr lang="en-US" altLang="en-US" sz="2250" dirty="0">
                <a:cs typeface="+mn-cs"/>
              </a:rPr>
              <a:t>	</a:t>
            </a:r>
          </a:p>
        </p:txBody>
      </p:sp>
      <p:sp>
        <p:nvSpPr>
          <p:cNvPr id="21508" name="Slide Number Placeholder 4"/>
          <p:cNvSpPr>
            <a:spLocks noGrp="1"/>
          </p:cNvSpPr>
          <p:nvPr>
            <p:ph type="sldNum" sz="quarter" idx="12"/>
          </p:nvPr>
        </p:nvSpPr>
        <p:spPr>
          <a:noFill/>
        </p:spPr>
        <p:txBody>
          <a:bodyPr/>
          <a:lstStyle>
            <a:lvl1pPr>
              <a:defRPr>
                <a:solidFill>
                  <a:schemeClr val="tx1"/>
                </a:solidFill>
                <a:latin typeface="Times" panose="02020603050405020304" pitchFamily="18" charset="0"/>
                <a:ea typeface="楷体_GB2312"/>
                <a:cs typeface="楷体_GB2312"/>
              </a:defRPr>
            </a:lvl1pPr>
            <a:lvl2pPr marL="742950" indent="-285750">
              <a:defRPr>
                <a:solidFill>
                  <a:schemeClr val="tx1"/>
                </a:solidFill>
                <a:latin typeface="Times" panose="02020603050405020304" pitchFamily="18" charset="0"/>
                <a:ea typeface="楷体_GB2312"/>
                <a:cs typeface="楷体_GB2312"/>
              </a:defRPr>
            </a:lvl2pPr>
            <a:lvl3pPr marL="1143000" indent="-228600">
              <a:defRPr>
                <a:solidFill>
                  <a:schemeClr val="tx1"/>
                </a:solidFill>
                <a:latin typeface="Times" panose="02020603050405020304" pitchFamily="18" charset="0"/>
                <a:ea typeface="楷体_GB2312"/>
                <a:cs typeface="楷体_GB2312"/>
              </a:defRPr>
            </a:lvl3pPr>
            <a:lvl4pPr marL="1600200" indent="-228600">
              <a:defRPr>
                <a:solidFill>
                  <a:schemeClr val="tx1"/>
                </a:solidFill>
                <a:latin typeface="Times" panose="02020603050405020304" pitchFamily="18" charset="0"/>
                <a:ea typeface="楷体_GB2312"/>
                <a:cs typeface="楷体_GB2312"/>
              </a:defRPr>
            </a:lvl4pPr>
            <a:lvl5pPr marL="2057400" indent="-228600">
              <a:defRPr>
                <a:solidFill>
                  <a:schemeClr val="tx1"/>
                </a:solidFill>
                <a:latin typeface="Times" panose="02020603050405020304" pitchFamily="18" charset="0"/>
                <a:ea typeface="楷体_GB2312"/>
                <a:cs typeface="楷体_GB2312"/>
              </a:defRPr>
            </a:lvl5pPr>
            <a:lvl6pPr marL="2514600" indent="-228600" eaLnBrk="0" fontAlgn="base" hangingPunct="0">
              <a:spcBef>
                <a:spcPct val="0"/>
              </a:spcBef>
              <a:spcAft>
                <a:spcPct val="0"/>
              </a:spcAft>
              <a:defRPr>
                <a:solidFill>
                  <a:schemeClr val="tx1"/>
                </a:solidFill>
                <a:latin typeface="Times" panose="02020603050405020304" pitchFamily="18" charset="0"/>
                <a:ea typeface="楷体_GB2312"/>
                <a:cs typeface="楷体_GB2312"/>
              </a:defRPr>
            </a:lvl6pPr>
            <a:lvl7pPr marL="2971800" indent="-228600" eaLnBrk="0" fontAlgn="base" hangingPunct="0">
              <a:spcBef>
                <a:spcPct val="0"/>
              </a:spcBef>
              <a:spcAft>
                <a:spcPct val="0"/>
              </a:spcAft>
              <a:defRPr>
                <a:solidFill>
                  <a:schemeClr val="tx1"/>
                </a:solidFill>
                <a:latin typeface="Times" panose="02020603050405020304" pitchFamily="18" charset="0"/>
                <a:ea typeface="楷体_GB2312"/>
                <a:cs typeface="楷体_GB2312"/>
              </a:defRPr>
            </a:lvl7pPr>
            <a:lvl8pPr marL="3429000" indent="-228600" eaLnBrk="0" fontAlgn="base" hangingPunct="0">
              <a:spcBef>
                <a:spcPct val="0"/>
              </a:spcBef>
              <a:spcAft>
                <a:spcPct val="0"/>
              </a:spcAft>
              <a:defRPr>
                <a:solidFill>
                  <a:schemeClr val="tx1"/>
                </a:solidFill>
                <a:latin typeface="Times" panose="02020603050405020304" pitchFamily="18" charset="0"/>
                <a:ea typeface="楷体_GB2312"/>
                <a:cs typeface="楷体_GB2312"/>
              </a:defRPr>
            </a:lvl8pPr>
            <a:lvl9pPr marL="3886200" indent="-228600" eaLnBrk="0" fontAlgn="base" hangingPunct="0">
              <a:spcBef>
                <a:spcPct val="0"/>
              </a:spcBef>
              <a:spcAft>
                <a:spcPct val="0"/>
              </a:spcAft>
              <a:defRPr>
                <a:solidFill>
                  <a:schemeClr val="tx1"/>
                </a:solidFill>
                <a:latin typeface="Times" panose="02020603050405020304" pitchFamily="18" charset="0"/>
                <a:ea typeface="楷体_GB2312"/>
                <a:cs typeface="楷体_GB2312"/>
              </a:defRPr>
            </a:lvl9pPr>
          </a:lstStyle>
          <a:p>
            <a:fld id="{CD748179-B051-4167-B68B-0E8A13E808A2}" type="slidenum">
              <a:rPr lang="en-US" altLang="en-US"/>
              <a:pPr/>
              <a:t>7</a:t>
            </a:fld>
            <a:endParaRPr lang="en-US" altLang="en-US"/>
          </a:p>
        </p:txBody>
      </p:sp>
      <p:sp>
        <p:nvSpPr>
          <p:cNvPr id="5" name="Footer Placeholder 4"/>
          <p:cNvSpPr>
            <a:spLocks noGrp="1"/>
          </p:cNvSpPr>
          <p:nvPr>
            <p:ph type="ftr" sz="quarter" idx="11"/>
          </p:nvPr>
        </p:nvSpPr>
        <p:spPr/>
        <p:txBody>
          <a:bodyPr/>
          <a:lstStyle/>
          <a:p>
            <a:pPr>
              <a:defRPr/>
            </a:pPr>
            <a:r>
              <a:rPr lang="en-US" altLang="en-US"/>
              <a:t>Department of Computer Science/University of Rwanda</a:t>
            </a: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What is an Operating System Anyway?</a:t>
            </a:r>
          </a:p>
        </p:txBody>
      </p:sp>
      <p:sp>
        <p:nvSpPr>
          <p:cNvPr id="3" name="Content Placeholder 2"/>
          <p:cNvSpPr>
            <a:spLocks noGrp="1"/>
          </p:cNvSpPr>
          <p:nvPr>
            <p:ph idx="1"/>
          </p:nvPr>
        </p:nvSpPr>
        <p:spPr/>
        <p:txBody>
          <a:bodyPr/>
          <a:lstStyle/>
          <a:p>
            <a:r>
              <a:rPr lang="en-US" b="0" dirty="0"/>
              <a:t>A program that acts as an intermediary between a user of a computer and the Computer hardware.</a:t>
            </a:r>
          </a:p>
          <a:p>
            <a:r>
              <a:rPr lang="en-US" b="0" dirty="0"/>
              <a:t>Operating System goals</a:t>
            </a:r>
          </a:p>
          <a:p>
            <a:pPr lvl="1">
              <a:buFont typeface="Arial" panose="020B0604020202020204" pitchFamily="34" charset="0"/>
              <a:buChar char="•"/>
            </a:pPr>
            <a:r>
              <a:rPr lang="en-US" b="0" dirty="0"/>
              <a:t>Execute User Programs and allow users to solve their problems easily.</a:t>
            </a:r>
          </a:p>
          <a:p>
            <a:pPr lvl="1">
              <a:buFont typeface="Arial" panose="020B0604020202020204" pitchFamily="34" charset="0"/>
              <a:buChar char="•"/>
            </a:pPr>
            <a:r>
              <a:rPr lang="en-US" b="0" dirty="0"/>
              <a:t>Make the computer system convenient to use</a:t>
            </a:r>
          </a:p>
          <a:p>
            <a:pPr lvl="1">
              <a:buFont typeface="Arial" panose="020B0604020202020204" pitchFamily="34" charset="0"/>
              <a:buChar char="•"/>
            </a:pPr>
            <a:r>
              <a:rPr lang="en-US" b="0" dirty="0"/>
              <a:t>Utilize the computer hardware in an efficient manner</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8</a:t>
            </a:fld>
            <a:endParaRPr lang="en-US" altLang="en-US"/>
          </a:p>
        </p:txBody>
      </p:sp>
    </p:spTree>
    <p:extLst>
      <p:ext uri="{BB962C8B-B14F-4D97-AF65-F5344CB8AC3E}">
        <p14:creationId xmlns:p14="http://schemas.microsoft.com/office/powerpoint/2010/main" val="2875143866"/>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675" y="0"/>
            <a:ext cx="8001000" cy="1016000"/>
          </a:xfrm>
        </p:spPr>
        <p:txBody>
          <a:bodyPr/>
          <a:lstStyle/>
          <a:p>
            <a:br>
              <a:rPr lang="en-US" dirty="0"/>
            </a:br>
            <a:br>
              <a:rPr lang="en-US" dirty="0"/>
            </a:br>
            <a:br>
              <a:rPr lang="en-US" dirty="0"/>
            </a:br>
            <a:r>
              <a:rPr lang="en-US" dirty="0">
                <a:solidFill>
                  <a:srgbClr val="FF0000"/>
                </a:solidFill>
              </a:rPr>
              <a:t>Computer system structure</a:t>
            </a:r>
            <a:br>
              <a:rPr lang="en-US"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498894" y="1371600"/>
            <a:ext cx="8001000" cy="4267200"/>
          </a:xfrm>
        </p:spPr>
        <p:txBody>
          <a:bodyPr/>
          <a:lstStyle/>
          <a:p>
            <a:r>
              <a:rPr lang="en-US" b="0" dirty="0"/>
              <a:t>Computer System can broadly be divided into four components</a:t>
            </a:r>
          </a:p>
          <a:p>
            <a:pPr marL="0" indent="0">
              <a:buNone/>
            </a:pPr>
            <a:endParaRPr lang="en-US" b="0" dirty="0"/>
          </a:p>
          <a:p>
            <a:pPr marL="0" indent="0">
              <a:buNone/>
            </a:pPr>
            <a:r>
              <a:rPr lang="en-US" b="0" dirty="0">
                <a:solidFill>
                  <a:srgbClr val="FF0000"/>
                </a:solidFill>
              </a:rPr>
              <a:t>Hardware</a:t>
            </a:r>
            <a:r>
              <a:rPr lang="en-US" b="0" dirty="0"/>
              <a:t>: Provides basic Computing Resources(CPU, </a:t>
            </a:r>
            <a:r>
              <a:rPr lang="en-US" b="0" dirty="0" err="1"/>
              <a:t>Memory,I</a:t>
            </a:r>
            <a:r>
              <a:rPr lang="en-US" b="0" dirty="0"/>
              <a:t>/0 Devices).</a:t>
            </a:r>
          </a:p>
          <a:p>
            <a:pPr marL="0" indent="0">
              <a:buNone/>
            </a:pPr>
            <a:r>
              <a:rPr lang="en-US" b="0" dirty="0">
                <a:solidFill>
                  <a:srgbClr val="FF0000"/>
                </a:solidFill>
              </a:rPr>
              <a:t>Operating System</a:t>
            </a:r>
            <a:r>
              <a:rPr lang="en-US" b="0" dirty="0"/>
              <a:t>: Controls and Coordinates use of hardware among various applications and users.</a:t>
            </a:r>
          </a:p>
          <a:p>
            <a:pPr marL="0" indent="0">
              <a:buNone/>
            </a:pPr>
            <a:r>
              <a:rPr lang="en-US" b="0" dirty="0">
                <a:solidFill>
                  <a:srgbClr val="FF0000"/>
                </a:solidFill>
              </a:rPr>
              <a:t>Application Programs</a:t>
            </a:r>
            <a:r>
              <a:rPr lang="en-US" b="0" dirty="0"/>
              <a:t>: Define the ways in which the system resources are used to solve the computing problems of the users</a:t>
            </a:r>
          </a:p>
          <a:p>
            <a:pPr marL="0" indent="0">
              <a:buNone/>
            </a:pPr>
            <a:r>
              <a:rPr lang="en-US" b="0" dirty="0"/>
              <a:t>(Word Processors, Compilers, Web browsers, Database Systems, Video games, </a:t>
            </a:r>
            <a:r>
              <a:rPr lang="en-US" b="0" dirty="0" err="1"/>
              <a:t>etc</a:t>
            </a:r>
            <a:r>
              <a:rPr lang="en-US" b="0" dirty="0"/>
              <a:t>).</a:t>
            </a:r>
          </a:p>
          <a:p>
            <a:pPr marL="0" indent="0">
              <a:buNone/>
            </a:pPr>
            <a:r>
              <a:rPr lang="en-US" b="0" dirty="0">
                <a:solidFill>
                  <a:srgbClr val="FF0000"/>
                </a:solidFill>
              </a:rPr>
              <a:t>Users</a:t>
            </a:r>
            <a:r>
              <a:rPr lang="en-US" b="0" dirty="0"/>
              <a:t>: (People, Machines, Other Computer)</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9</a:t>
            </a:fld>
            <a:endParaRPr lang="en-US" altLang="en-US"/>
          </a:p>
        </p:txBody>
      </p:sp>
    </p:spTree>
    <p:extLst>
      <p:ext uri="{BB962C8B-B14F-4D97-AF65-F5344CB8AC3E}">
        <p14:creationId xmlns:p14="http://schemas.microsoft.com/office/powerpoint/2010/main" val="1210597733"/>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ltLang="en-US"/>
              <a:t>Department of Computer Science/University of Rwanda</a:t>
            </a:r>
          </a:p>
        </p:txBody>
      </p:sp>
      <p:sp>
        <p:nvSpPr>
          <p:cNvPr id="3" name="Slide Number Placeholder 2"/>
          <p:cNvSpPr>
            <a:spLocks noGrp="1"/>
          </p:cNvSpPr>
          <p:nvPr>
            <p:ph type="sldNum" sz="quarter" idx="12"/>
          </p:nvPr>
        </p:nvSpPr>
        <p:spPr/>
        <p:txBody>
          <a:bodyPr/>
          <a:lstStyle/>
          <a:p>
            <a:pPr>
              <a:defRPr/>
            </a:pPr>
            <a:fld id="{97F9F318-399E-4B05-B081-17D03723A365}" type="slidenum">
              <a:rPr lang="en-US" altLang="en-US" smtClean="0"/>
              <a:pPr>
                <a:defRPr/>
              </a:pPr>
              <a:t>10</a:t>
            </a:fld>
            <a:endParaRPr lang="en-US" altLang="en-US"/>
          </a:p>
        </p:txBody>
      </p:sp>
      <p:sp>
        <p:nvSpPr>
          <p:cNvPr id="5" name="TextBox 4"/>
          <p:cNvSpPr txBox="1"/>
          <p:nvPr/>
        </p:nvSpPr>
        <p:spPr>
          <a:xfrm>
            <a:off x="106392" y="457200"/>
            <a:ext cx="7467600" cy="523220"/>
          </a:xfrm>
          <a:prstGeom prst="rect">
            <a:avLst/>
          </a:prstGeom>
          <a:noFill/>
        </p:spPr>
        <p:txBody>
          <a:bodyPr wrap="square" rtlCol="0">
            <a:spAutoFit/>
          </a:bodyPr>
          <a:lstStyle/>
          <a:p>
            <a:pPr algn="ctr"/>
            <a:r>
              <a:rPr lang="en-US" sz="2800" b="1" dirty="0">
                <a:solidFill>
                  <a:srgbClr val="FF0000"/>
                </a:solidFill>
                <a:latin typeface="+mj-lt"/>
              </a:rPr>
              <a:t>four components of a computer system</a:t>
            </a:r>
          </a:p>
        </p:txBody>
      </p:sp>
      <p:pic>
        <p:nvPicPr>
          <p:cNvPr id="7" name="Picture 6" descr="http://1.bp.blogspot.com/-FW770AivaPs/TZb6QlcmPbI/AAAAAAAAAIo/HY-1KDYkrZI/s1600/Picture1.png"/>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71600"/>
            <a:ext cx="5943600" cy="4697730"/>
          </a:xfrm>
          <a:prstGeom prst="rect">
            <a:avLst/>
          </a:prstGeom>
          <a:noFill/>
          <a:ln>
            <a:noFill/>
          </a:ln>
        </p:spPr>
      </p:pic>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001000" cy="755650"/>
          </a:xfrm>
        </p:spPr>
        <p:txBody>
          <a:bodyPr/>
          <a:lstStyle/>
          <a:p>
            <a:r>
              <a:rPr lang="en-US" dirty="0">
                <a:solidFill>
                  <a:srgbClr val="FF0000"/>
                </a:solidFill>
              </a:rPr>
              <a:t>Operating System Definition</a:t>
            </a:r>
          </a:p>
        </p:txBody>
      </p:sp>
      <p:sp>
        <p:nvSpPr>
          <p:cNvPr id="3" name="Content Placeholder 2"/>
          <p:cNvSpPr>
            <a:spLocks noGrp="1"/>
          </p:cNvSpPr>
          <p:nvPr>
            <p:ph idx="1"/>
          </p:nvPr>
        </p:nvSpPr>
        <p:spPr>
          <a:xfrm>
            <a:off x="533400" y="1404937"/>
            <a:ext cx="8001000" cy="4267200"/>
          </a:xfrm>
        </p:spPr>
        <p:txBody>
          <a:bodyPr/>
          <a:lstStyle/>
          <a:p>
            <a:r>
              <a:rPr lang="en-US" b="0" dirty="0"/>
              <a:t>OS is a </a:t>
            </a:r>
            <a:r>
              <a:rPr lang="en-US" b="0" dirty="0">
                <a:solidFill>
                  <a:srgbClr val="FF0000"/>
                </a:solidFill>
              </a:rPr>
              <a:t>resource allocator</a:t>
            </a:r>
          </a:p>
          <a:p>
            <a:pPr lvl="1">
              <a:buFont typeface="Wingdings" panose="05000000000000000000" pitchFamily="2" charset="2"/>
              <a:buChar char="§"/>
            </a:pPr>
            <a:r>
              <a:rPr lang="en-US" b="0" dirty="0"/>
              <a:t>Manages all resources</a:t>
            </a:r>
          </a:p>
          <a:p>
            <a:pPr lvl="1">
              <a:buFont typeface="Wingdings" panose="05000000000000000000" pitchFamily="2" charset="2"/>
              <a:buChar char="§"/>
            </a:pPr>
            <a:r>
              <a:rPr lang="en-US" b="0" dirty="0"/>
              <a:t>Makes a decision between conflicting requests for efficient and fair resource use</a:t>
            </a:r>
          </a:p>
          <a:p>
            <a:pPr marL="0" indent="0">
              <a:buNone/>
            </a:pPr>
            <a:r>
              <a:rPr lang="en-US" b="0" dirty="0"/>
              <a:t>OS is a </a:t>
            </a:r>
            <a:r>
              <a:rPr lang="en-US" b="0" dirty="0">
                <a:solidFill>
                  <a:srgbClr val="FF0000"/>
                </a:solidFill>
              </a:rPr>
              <a:t>control Program</a:t>
            </a:r>
          </a:p>
          <a:p>
            <a:pPr lvl="1">
              <a:buFont typeface="Wingdings" panose="05000000000000000000" pitchFamily="2" charset="2"/>
              <a:buChar char="§"/>
            </a:pPr>
            <a:r>
              <a:rPr lang="en-US" b="0" dirty="0"/>
              <a:t>Controls execution of programs to prevent errors and improper use of the computer.</a:t>
            </a:r>
          </a:p>
          <a:p>
            <a:pPr lvl="1">
              <a:buFont typeface="Wingdings" panose="05000000000000000000" pitchFamily="2" charset="2"/>
              <a:buChar char="§"/>
            </a:pPr>
            <a:r>
              <a:rPr lang="en-US" b="0" dirty="0"/>
              <a:t>I/O is  accessed via the operating system.</a:t>
            </a:r>
          </a:p>
          <a:p>
            <a:pPr marL="354013" lvl="1" indent="0">
              <a:buNone/>
            </a:pPr>
            <a:endParaRPr lang="en-US" dirty="0"/>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11</a:t>
            </a:fld>
            <a:endParaRPr lang="en-US" altLang="en-US"/>
          </a:p>
        </p:txBody>
      </p:sp>
    </p:spTree>
    <p:extLst>
      <p:ext uri="{BB962C8B-B14F-4D97-AF65-F5344CB8AC3E}">
        <p14:creationId xmlns:p14="http://schemas.microsoft.com/office/powerpoint/2010/main" val="213895689"/>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001000" cy="755650"/>
          </a:xfrm>
        </p:spPr>
        <p:txBody>
          <a:bodyPr/>
          <a:lstStyle/>
          <a:p>
            <a:r>
              <a:rPr lang="en-US" dirty="0">
                <a:solidFill>
                  <a:srgbClr val="FF0000"/>
                </a:solidFill>
              </a:rPr>
              <a:t>Operating System Definition </a:t>
            </a:r>
            <a:r>
              <a:rPr lang="en-US" dirty="0" err="1">
                <a:solidFill>
                  <a:srgbClr val="FF0000"/>
                </a:solidFill>
              </a:rPr>
              <a:t>Contd</a:t>
            </a:r>
            <a:r>
              <a:rPr lang="en-US" dirty="0">
                <a:solidFill>
                  <a:srgbClr val="FF0000"/>
                </a:solidFill>
              </a:rPr>
              <a:t>…</a:t>
            </a:r>
            <a:endParaRPr lang="en-US" dirty="0"/>
          </a:p>
        </p:txBody>
      </p:sp>
      <p:sp>
        <p:nvSpPr>
          <p:cNvPr id="3" name="Content Placeholder 2"/>
          <p:cNvSpPr>
            <a:spLocks noGrp="1"/>
          </p:cNvSpPr>
          <p:nvPr>
            <p:ph idx="1"/>
          </p:nvPr>
        </p:nvSpPr>
        <p:spPr>
          <a:xfrm>
            <a:off x="526211" y="1143000"/>
            <a:ext cx="8001000" cy="4267200"/>
          </a:xfrm>
        </p:spPr>
        <p:txBody>
          <a:bodyPr/>
          <a:lstStyle/>
          <a:p>
            <a:r>
              <a:rPr lang="en-US" sz="1800" b="0" dirty="0"/>
              <a:t>In actual Sens there is no accepted single definition for OS</a:t>
            </a:r>
          </a:p>
          <a:p>
            <a:r>
              <a:rPr lang="en-US" sz="1800" b="0" dirty="0"/>
              <a:t>Whatever you get directly from the manufacturer or a vendor when  you press an order of OS is good approximation but varies from device to device and user to user all times, the Kernel is running on the computer. Others are either System Program or Application Program</a:t>
            </a:r>
          </a:p>
          <a:p>
            <a:pPr marL="0" indent="0" algn="just">
              <a:buNone/>
            </a:pPr>
            <a:r>
              <a:rPr lang="en-US" sz="1800" b="0" dirty="0">
                <a:solidFill>
                  <a:srgbClr val="FF0000"/>
                </a:solidFill>
              </a:rPr>
              <a:t>Kernel</a:t>
            </a:r>
            <a:r>
              <a:rPr lang="en-US" sz="1800" b="0" dirty="0"/>
              <a:t>: Is the central module of an Operating System(OS). It is the part of the operating system that loads first, and remains in main memory. It is better for the kernel to be small while still provides all the essential services required by other parts of OS and Applications. The Kernel is responsible for (Memory, Process , Task, and Disk Management).</a:t>
            </a:r>
            <a:r>
              <a:rPr lang="en-US" sz="1800" b="0" dirty="0">
                <a:solidFill>
                  <a:srgbClr val="FF0000"/>
                </a:solidFill>
              </a:rPr>
              <a:t>Translates commands into something that can be understood by the computer</a:t>
            </a:r>
          </a:p>
          <a:p>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12</a:t>
            </a:fld>
            <a:endParaRPr lang="en-US" altLang="en-US"/>
          </a:p>
        </p:txBody>
      </p:sp>
      <p:pic>
        <p:nvPicPr>
          <p:cNvPr id="7" name="Picture 6"/>
          <p:cNvPicPr>
            <a:picLocks noChangeAspect="1"/>
          </p:cNvPicPr>
          <p:nvPr/>
        </p:nvPicPr>
        <p:blipFill rotWithShape="1">
          <a:blip r:embed="rId2"/>
          <a:srcRect l="25801" t="19231" r="53958" b="47778"/>
          <a:stretch/>
        </p:blipFill>
        <p:spPr>
          <a:xfrm>
            <a:off x="4800600" y="4005683"/>
            <a:ext cx="2235790" cy="2332783"/>
          </a:xfrm>
          <a:prstGeom prst="rect">
            <a:avLst/>
          </a:prstGeom>
        </p:spPr>
      </p:pic>
      <p:sp>
        <p:nvSpPr>
          <p:cNvPr id="8" name="Footer Placeholder 3"/>
          <p:cNvSpPr txBox="1">
            <a:spLocks/>
          </p:cNvSpPr>
          <p:nvPr/>
        </p:nvSpPr>
        <p:spPr bwMode="auto">
          <a:xfrm>
            <a:off x="6934200" y="5172075"/>
            <a:ext cx="175901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900" kern="1200" smtClean="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2pPr>
            <a:lvl3pPr marL="914400"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3pPr>
            <a:lvl4pPr marL="1371600"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4pPr>
            <a:lvl5pPr marL="1828800" algn="l" rtl="0" eaLnBrk="0" fontAlgn="base" hangingPunct="0">
              <a:spcBef>
                <a:spcPct val="0"/>
              </a:spcBef>
              <a:spcAft>
                <a:spcPct val="0"/>
              </a:spcAft>
              <a:defRPr kern="1200">
                <a:solidFill>
                  <a:schemeClr val="tx1"/>
                </a:solidFill>
                <a:latin typeface="Times" panose="02020603050405020304" pitchFamily="18" charset="0"/>
                <a:ea typeface="楷体_GB2312"/>
                <a:cs typeface="楷体_GB2312"/>
              </a:defRPr>
            </a:lvl5pPr>
            <a:lvl6pPr marL="2286000" algn="l" defTabSz="914400" rtl="0" eaLnBrk="1" latinLnBrk="0" hangingPunct="1">
              <a:defRPr kern="1200">
                <a:solidFill>
                  <a:schemeClr val="tx1"/>
                </a:solidFill>
                <a:latin typeface="Times" panose="02020603050405020304" pitchFamily="18" charset="0"/>
                <a:ea typeface="楷体_GB2312"/>
                <a:cs typeface="楷体_GB2312"/>
              </a:defRPr>
            </a:lvl6pPr>
            <a:lvl7pPr marL="2743200" algn="l" defTabSz="914400" rtl="0" eaLnBrk="1" latinLnBrk="0" hangingPunct="1">
              <a:defRPr kern="1200">
                <a:solidFill>
                  <a:schemeClr val="tx1"/>
                </a:solidFill>
                <a:latin typeface="Times" panose="02020603050405020304" pitchFamily="18" charset="0"/>
                <a:ea typeface="楷体_GB2312"/>
                <a:cs typeface="楷体_GB2312"/>
              </a:defRPr>
            </a:lvl7pPr>
            <a:lvl8pPr marL="3200400" algn="l" defTabSz="914400" rtl="0" eaLnBrk="1" latinLnBrk="0" hangingPunct="1">
              <a:defRPr kern="1200">
                <a:solidFill>
                  <a:schemeClr val="tx1"/>
                </a:solidFill>
                <a:latin typeface="Times" panose="02020603050405020304" pitchFamily="18" charset="0"/>
                <a:ea typeface="楷体_GB2312"/>
                <a:cs typeface="楷体_GB2312"/>
              </a:defRPr>
            </a:lvl8pPr>
            <a:lvl9pPr marL="3657600" algn="l" defTabSz="914400" rtl="0" eaLnBrk="1" latinLnBrk="0" hangingPunct="1">
              <a:defRPr kern="1200">
                <a:solidFill>
                  <a:schemeClr val="tx1"/>
                </a:solidFill>
                <a:latin typeface="Times" panose="02020603050405020304" pitchFamily="18" charset="0"/>
                <a:ea typeface="楷体_GB2312"/>
                <a:cs typeface="楷体_GB2312"/>
              </a:defRPr>
            </a:lvl9pPr>
          </a:lstStyle>
          <a:p>
            <a:pPr>
              <a:defRPr/>
            </a:pPr>
            <a:r>
              <a:rPr lang="en-US" altLang="en-US" sz="1400" dirty="0"/>
              <a:t>OS CD Components</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459054BB-9EB7-1FD3-4C11-F0AB46E64A31}"/>
                  </a:ext>
                </a:extLst>
              </p14:cNvPr>
              <p14:cNvContentPartPr/>
              <p14:nvPr/>
            </p14:nvContentPartPr>
            <p14:xfrm>
              <a:off x="633240" y="1318680"/>
              <a:ext cx="7620120" cy="4872600"/>
            </p14:xfrm>
          </p:contentPart>
        </mc:Choice>
        <mc:Fallback xmlns="">
          <p:pic>
            <p:nvPicPr>
              <p:cNvPr id="6" name="Ink 5">
                <a:extLst>
                  <a:ext uri="{FF2B5EF4-FFF2-40B4-BE49-F238E27FC236}">
                    <a16:creationId xmlns:a16="http://schemas.microsoft.com/office/drawing/2014/main" id="{459054BB-9EB7-1FD3-4C11-F0AB46E64A31}"/>
                  </a:ext>
                </a:extLst>
              </p:cNvPr>
              <p:cNvPicPr/>
              <p:nvPr/>
            </p:nvPicPr>
            <p:blipFill>
              <a:blip r:embed="rId4"/>
              <a:stretch>
                <a:fillRect/>
              </a:stretch>
            </p:blipFill>
            <p:spPr>
              <a:xfrm>
                <a:off x="623880" y="1309320"/>
                <a:ext cx="7638840" cy="4891320"/>
              </a:xfrm>
              <a:prstGeom prst="rect">
                <a:avLst/>
              </a:prstGeom>
            </p:spPr>
          </p:pic>
        </mc:Fallback>
      </mc:AlternateContent>
    </p:spTree>
    <p:extLst>
      <p:ext uri="{BB962C8B-B14F-4D97-AF65-F5344CB8AC3E}">
        <p14:creationId xmlns:p14="http://schemas.microsoft.com/office/powerpoint/2010/main" val="200315128"/>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Computer Startup</a:t>
            </a:r>
          </a:p>
        </p:txBody>
      </p:sp>
      <p:sp>
        <p:nvSpPr>
          <p:cNvPr id="3" name="Content Placeholder 2"/>
          <p:cNvSpPr>
            <a:spLocks noGrp="1"/>
          </p:cNvSpPr>
          <p:nvPr>
            <p:ph idx="1"/>
          </p:nvPr>
        </p:nvSpPr>
        <p:spPr>
          <a:xfrm>
            <a:off x="496019" y="1295400"/>
            <a:ext cx="8001000" cy="4267200"/>
          </a:xfrm>
        </p:spPr>
        <p:txBody>
          <a:bodyPr/>
          <a:lstStyle/>
          <a:p>
            <a:r>
              <a:rPr lang="en-US" sz="1800" b="0" dirty="0"/>
              <a:t>Bootstrap Program is loaded at power-up or reboot(</a:t>
            </a:r>
            <a:r>
              <a:rPr lang="en-US" sz="1800" b="0" dirty="0">
                <a:solidFill>
                  <a:srgbClr val="FF0000"/>
                </a:solidFill>
              </a:rPr>
              <a:t> bootstrap is the program that initializes the operating system (OS) during startup)</a:t>
            </a:r>
          </a:p>
          <a:p>
            <a:pPr lvl="1">
              <a:buFont typeface="Wingdings" panose="05000000000000000000" pitchFamily="2" charset="2"/>
              <a:buChar char="§"/>
            </a:pPr>
            <a:r>
              <a:rPr lang="en-US" sz="1800" b="0" dirty="0"/>
              <a:t>Typically Stored in ROM or EPROM</a:t>
            </a:r>
          </a:p>
          <a:p>
            <a:pPr lvl="1">
              <a:buFont typeface="Wingdings" panose="05000000000000000000" pitchFamily="2" charset="2"/>
              <a:buChar char="§"/>
            </a:pPr>
            <a:r>
              <a:rPr lang="en-US" sz="1800" b="0" dirty="0"/>
              <a:t>Generally known as Firmware</a:t>
            </a:r>
          </a:p>
          <a:p>
            <a:pPr lvl="1">
              <a:buFont typeface="Wingdings" panose="05000000000000000000" pitchFamily="2" charset="2"/>
              <a:buChar char="§"/>
            </a:pPr>
            <a:r>
              <a:rPr lang="en-US" sz="1800" b="0" dirty="0"/>
              <a:t>Initializes all aspects of the System</a:t>
            </a:r>
          </a:p>
          <a:p>
            <a:pPr lvl="1">
              <a:buFont typeface="Wingdings" panose="05000000000000000000" pitchFamily="2" charset="2"/>
              <a:buChar char="§"/>
            </a:pPr>
            <a:r>
              <a:rPr lang="en-US" sz="1800" b="0" dirty="0"/>
              <a:t>Loads Operating System Kernel and starts execution</a:t>
            </a:r>
          </a:p>
          <a:p>
            <a:pPr lvl="1">
              <a:buFont typeface="Wingdings" panose="05000000000000000000" pitchFamily="2" charset="2"/>
              <a:buChar char="§"/>
            </a:pPr>
            <a:endParaRPr lang="en-US" dirty="0"/>
          </a:p>
          <a:p>
            <a:pPr marL="354013" lvl="1" indent="0">
              <a:buNone/>
            </a:pPr>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13</a:t>
            </a:fld>
            <a:endParaRPr lang="en-US" altLang="en-US"/>
          </a:p>
        </p:txBody>
      </p:sp>
      <p:sp>
        <p:nvSpPr>
          <p:cNvPr id="6" name="Rectangle 5"/>
          <p:cNvSpPr/>
          <p:nvPr/>
        </p:nvSpPr>
        <p:spPr bwMode="auto">
          <a:xfrm>
            <a:off x="952500" y="3546175"/>
            <a:ext cx="4038600" cy="5334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Verdana" pitchFamily="34" charset="0"/>
                <a:ea typeface="宋体" pitchFamily="2" charset="-122"/>
              </a:rPr>
              <a:t>System/Application Programs</a:t>
            </a: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sp>
        <p:nvSpPr>
          <p:cNvPr id="7" name="Rectangle 6"/>
          <p:cNvSpPr/>
          <p:nvPr/>
        </p:nvSpPr>
        <p:spPr bwMode="auto">
          <a:xfrm>
            <a:off x="1524000" y="4151312"/>
            <a:ext cx="2895600" cy="725488"/>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Kernel</a:t>
            </a:r>
          </a:p>
        </p:txBody>
      </p:sp>
      <p:sp>
        <p:nvSpPr>
          <p:cNvPr id="8" name="Rectangle 7"/>
          <p:cNvSpPr/>
          <p:nvPr/>
        </p:nvSpPr>
        <p:spPr bwMode="auto">
          <a:xfrm>
            <a:off x="1524000" y="4931568"/>
            <a:ext cx="2895600" cy="725488"/>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Hardware</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134F136F-FEBA-F356-3737-17829C77E17D}"/>
                  </a:ext>
                </a:extLst>
              </p14:cNvPr>
              <p14:cNvContentPartPr/>
              <p14:nvPr/>
            </p14:nvContentPartPr>
            <p14:xfrm>
              <a:off x="2129040" y="3697920"/>
              <a:ext cx="2668320" cy="1742400"/>
            </p14:xfrm>
          </p:contentPart>
        </mc:Choice>
        <mc:Fallback xmlns="">
          <p:pic>
            <p:nvPicPr>
              <p:cNvPr id="9" name="Ink 8">
                <a:extLst>
                  <a:ext uri="{FF2B5EF4-FFF2-40B4-BE49-F238E27FC236}">
                    <a16:creationId xmlns:a16="http://schemas.microsoft.com/office/drawing/2014/main" id="{134F136F-FEBA-F356-3737-17829C77E17D}"/>
                  </a:ext>
                </a:extLst>
              </p:cNvPr>
              <p:cNvPicPr/>
              <p:nvPr/>
            </p:nvPicPr>
            <p:blipFill>
              <a:blip r:embed="rId3"/>
              <a:stretch>
                <a:fillRect/>
              </a:stretch>
            </p:blipFill>
            <p:spPr>
              <a:xfrm>
                <a:off x="2119680" y="3688560"/>
                <a:ext cx="2687040" cy="1761120"/>
              </a:xfrm>
              <a:prstGeom prst="rect">
                <a:avLst/>
              </a:prstGeom>
            </p:spPr>
          </p:pic>
        </mc:Fallback>
      </mc:AlternateContent>
    </p:spTree>
    <p:extLst>
      <p:ext uri="{BB962C8B-B14F-4D97-AF65-F5344CB8AC3E}">
        <p14:creationId xmlns:p14="http://schemas.microsoft.com/office/powerpoint/2010/main" val="3320733561"/>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618" y="104386"/>
            <a:ext cx="8001000" cy="755650"/>
          </a:xfrm>
        </p:spPr>
        <p:txBody>
          <a:bodyPr/>
          <a:lstStyle/>
          <a:p>
            <a:r>
              <a:rPr lang="en-US" dirty="0">
                <a:solidFill>
                  <a:srgbClr val="FF0000"/>
                </a:solidFill>
              </a:rPr>
              <a:t>Computer System Organization</a:t>
            </a:r>
          </a:p>
        </p:txBody>
      </p:sp>
      <p:sp>
        <p:nvSpPr>
          <p:cNvPr id="3" name="Content Placeholder 2"/>
          <p:cNvSpPr>
            <a:spLocks noGrp="1"/>
          </p:cNvSpPr>
          <p:nvPr>
            <p:ph idx="1"/>
          </p:nvPr>
        </p:nvSpPr>
        <p:spPr>
          <a:xfrm>
            <a:off x="582283" y="1295400"/>
            <a:ext cx="8001000" cy="4267200"/>
          </a:xfrm>
        </p:spPr>
        <p:txBody>
          <a:bodyPr/>
          <a:lstStyle/>
          <a:p>
            <a:r>
              <a:rPr lang="en-US" b="0" dirty="0"/>
              <a:t>A computer System Consists of </a:t>
            </a:r>
          </a:p>
          <a:p>
            <a:pPr lvl="1">
              <a:buFont typeface="Wingdings" panose="05000000000000000000" pitchFamily="2" charset="2"/>
              <a:buChar char="§"/>
            </a:pPr>
            <a:r>
              <a:rPr lang="en-US" b="0" dirty="0"/>
              <a:t>One  or More CPUs and a number of device controllers connected through a common bus providing access to shared memory</a:t>
            </a:r>
          </a:p>
          <a:p>
            <a:pPr lvl="1">
              <a:buFont typeface="Wingdings" panose="05000000000000000000" pitchFamily="2" charset="2"/>
              <a:buChar char="§"/>
            </a:pPr>
            <a:r>
              <a:rPr lang="en-US" b="0" dirty="0"/>
              <a:t>The CPU and the device Controllers execute Concurrently, thereby competing for memory cycles</a:t>
            </a:r>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14</a:t>
            </a:fld>
            <a:endParaRPr lang="en-US" altLang="en-US"/>
          </a:p>
        </p:txBody>
      </p:sp>
      <p:pic>
        <p:nvPicPr>
          <p:cNvPr id="9" name="Picture 8" descr="http://images.slideplayer.com/28/9383419/slides/slide_3.jpg"/>
          <p:cNvPicPr/>
          <p:nvPr/>
        </p:nvPicPr>
        <p:blipFill rotWithShape="1">
          <a:blip r:embed="rId2">
            <a:extLst>
              <a:ext uri="{28A0092B-C50C-407E-A947-70E740481C1C}">
                <a14:useLocalDpi xmlns:a14="http://schemas.microsoft.com/office/drawing/2010/main" val="0"/>
              </a:ext>
            </a:extLst>
          </a:blip>
          <a:srcRect t="41776" r="-1717"/>
          <a:stretch/>
        </p:blipFill>
        <p:spPr bwMode="auto">
          <a:xfrm>
            <a:off x="381000" y="3429000"/>
            <a:ext cx="6045679" cy="2595473"/>
          </a:xfrm>
          <a:prstGeom prst="rect">
            <a:avLst/>
          </a:prstGeom>
          <a:noFill/>
          <a:ln>
            <a:noFill/>
          </a:ln>
        </p:spPr>
      </p:pic>
    </p:spTree>
    <p:extLst>
      <p:ext uri="{BB962C8B-B14F-4D97-AF65-F5344CB8AC3E}">
        <p14:creationId xmlns:p14="http://schemas.microsoft.com/office/powerpoint/2010/main" val="1641413981"/>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Computer System Operation</a:t>
            </a:r>
          </a:p>
        </p:txBody>
      </p:sp>
      <p:sp>
        <p:nvSpPr>
          <p:cNvPr id="3" name="Content Placeholder 2"/>
          <p:cNvSpPr>
            <a:spLocks noGrp="1"/>
          </p:cNvSpPr>
          <p:nvPr>
            <p:ph idx="1"/>
          </p:nvPr>
        </p:nvSpPr>
        <p:spPr>
          <a:xfrm>
            <a:off x="533400" y="1295400"/>
            <a:ext cx="8001000" cy="4267200"/>
          </a:xfrm>
        </p:spPr>
        <p:txBody>
          <a:bodyPr/>
          <a:lstStyle/>
          <a:p>
            <a:pPr algn="just">
              <a:buFont typeface="Wingdings" panose="05000000000000000000" pitchFamily="2" charset="2"/>
              <a:buChar char="§"/>
            </a:pPr>
            <a:r>
              <a:rPr lang="en-US" b="0" dirty="0"/>
              <a:t>I/O Devices and the CPU can execute concurrently</a:t>
            </a:r>
          </a:p>
          <a:p>
            <a:pPr algn="just">
              <a:buFont typeface="Wingdings" panose="05000000000000000000" pitchFamily="2" charset="2"/>
              <a:buChar char="§"/>
            </a:pPr>
            <a:r>
              <a:rPr lang="en-US" b="0" dirty="0"/>
              <a:t>Each device Controller is in charge of a particular device type</a:t>
            </a:r>
          </a:p>
          <a:p>
            <a:pPr algn="just">
              <a:buFont typeface="Wingdings" panose="05000000000000000000" pitchFamily="2" charset="2"/>
              <a:buChar char="§"/>
            </a:pPr>
            <a:r>
              <a:rPr lang="en-US" b="0" dirty="0"/>
              <a:t>Each device controller has a local buffer</a:t>
            </a:r>
          </a:p>
          <a:p>
            <a:pPr algn="just">
              <a:buFont typeface="Wingdings" panose="05000000000000000000" pitchFamily="2" charset="2"/>
              <a:buChar char="§"/>
            </a:pPr>
            <a:r>
              <a:rPr lang="en-US" b="0" dirty="0"/>
              <a:t>CPU moves data From/to  Main memory to/From Local Buffers</a:t>
            </a:r>
          </a:p>
          <a:p>
            <a:pPr algn="just">
              <a:buFont typeface="Wingdings" panose="05000000000000000000" pitchFamily="2" charset="2"/>
              <a:buChar char="§"/>
            </a:pPr>
            <a:r>
              <a:rPr lang="en-US" b="0" dirty="0"/>
              <a:t>I/O  is from the device to local buffer of controller</a:t>
            </a:r>
          </a:p>
          <a:p>
            <a:pPr algn="just">
              <a:buFont typeface="Wingdings" panose="05000000000000000000" pitchFamily="2" charset="2"/>
              <a:buChar char="§"/>
            </a:pPr>
            <a:r>
              <a:rPr lang="en-US" b="0" dirty="0"/>
              <a:t>Device Controller informs CPU that it has finished its operation by causing an interrupts</a:t>
            </a:r>
          </a:p>
          <a:p>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15</a:t>
            </a:fld>
            <a:endParaRPr lang="en-US" alt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8A4B6C1A-35E9-6A3B-D0F1-87D5FEC449FD}"/>
                  </a:ext>
                </a:extLst>
              </p14:cNvPr>
              <p14:cNvContentPartPr/>
              <p14:nvPr/>
            </p14:nvContentPartPr>
            <p14:xfrm>
              <a:off x="729000" y="1154520"/>
              <a:ext cx="5918400" cy="530280"/>
            </p14:xfrm>
          </p:contentPart>
        </mc:Choice>
        <mc:Fallback xmlns="">
          <p:pic>
            <p:nvPicPr>
              <p:cNvPr id="6" name="Ink 5">
                <a:extLst>
                  <a:ext uri="{FF2B5EF4-FFF2-40B4-BE49-F238E27FC236}">
                    <a16:creationId xmlns:a16="http://schemas.microsoft.com/office/drawing/2014/main" id="{8A4B6C1A-35E9-6A3B-D0F1-87D5FEC449FD}"/>
                  </a:ext>
                </a:extLst>
              </p:cNvPr>
              <p:cNvPicPr/>
              <p:nvPr/>
            </p:nvPicPr>
            <p:blipFill>
              <a:blip r:embed="rId3"/>
              <a:stretch>
                <a:fillRect/>
              </a:stretch>
            </p:blipFill>
            <p:spPr>
              <a:xfrm>
                <a:off x="719640" y="1145160"/>
                <a:ext cx="5937120" cy="549000"/>
              </a:xfrm>
              <a:prstGeom prst="rect">
                <a:avLst/>
              </a:prstGeom>
            </p:spPr>
          </p:pic>
        </mc:Fallback>
      </mc:AlternateContent>
    </p:spTree>
    <p:extLst>
      <p:ext uri="{BB962C8B-B14F-4D97-AF65-F5344CB8AC3E}">
        <p14:creationId xmlns:p14="http://schemas.microsoft.com/office/powerpoint/2010/main" val="3928290085"/>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Common Functions of Interrupts </a:t>
            </a:r>
          </a:p>
        </p:txBody>
      </p:sp>
      <p:sp>
        <p:nvSpPr>
          <p:cNvPr id="3" name="Content Placeholder 2"/>
          <p:cNvSpPr>
            <a:spLocks noGrp="1"/>
          </p:cNvSpPr>
          <p:nvPr>
            <p:ph idx="1"/>
          </p:nvPr>
        </p:nvSpPr>
        <p:spPr>
          <a:xfrm>
            <a:off x="516147" y="1295400"/>
            <a:ext cx="8001000" cy="4267200"/>
          </a:xfrm>
        </p:spPr>
        <p:txBody>
          <a:bodyPr/>
          <a:lstStyle/>
          <a:p>
            <a:r>
              <a:rPr lang="en-US" b="0" dirty="0"/>
              <a:t>An interrupt  transfers control to the interrupt service routine generally, through </a:t>
            </a:r>
            <a:r>
              <a:rPr lang="en-US" b="0" dirty="0">
                <a:solidFill>
                  <a:schemeClr val="accent2"/>
                </a:solidFill>
              </a:rPr>
              <a:t>the interrupt vector</a:t>
            </a:r>
            <a:r>
              <a:rPr lang="en-US" b="0" dirty="0"/>
              <a:t>, which contains the addresses of all the service routines</a:t>
            </a:r>
          </a:p>
          <a:p>
            <a:r>
              <a:rPr lang="en-US" b="0" dirty="0"/>
              <a:t>Interrupt architecture must save the address of the interrupted instruction</a:t>
            </a:r>
          </a:p>
          <a:p>
            <a:r>
              <a:rPr lang="en-US" b="0" dirty="0"/>
              <a:t>Incoming interrupts are  disabled  while another interrupt is being processed to prevent a lost interrupt</a:t>
            </a:r>
          </a:p>
          <a:p>
            <a:r>
              <a:rPr lang="en-US" b="0" dirty="0"/>
              <a:t>A </a:t>
            </a:r>
            <a:r>
              <a:rPr lang="en-US" b="0" dirty="0">
                <a:solidFill>
                  <a:srgbClr val="FF0000"/>
                </a:solidFill>
              </a:rPr>
              <a:t>trap</a:t>
            </a:r>
            <a:r>
              <a:rPr lang="en-US" b="0" dirty="0"/>
              <a:t> is a software-generated interrupt caused either by an error or a user request</a:t>
            </a:r>
          </a:p>
          <a:p>
            <a:r>
              <a:rPr lang="en-US" b="0" dirty="0"/>
              <a:t>An Operating System is Interrupt </a:t>
            </a:r>
            <a:r>
              <a:rPr lang="en-US" b="0" dirty="0">
                <a:solidFill>
                  <a:srgbClr val="FF0000"/>
                </a:solidFill>
              </a:rPr>
              <a:t>driven</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16</a:t>
            </a:fld>
            <a:endParaRPr lang="en-US" altLang="en-US"/>
          </a:p>
        </p:txBody>
      </p:sp>
    </p:spTree>
    <p:extLst>
      <p:ext uri="{BB962C8B-B14F-4D97-AF65-F5344CB8AC3E}">
        <p14:creationId xmlns:p14="http://schemas.microsoft.com/office/powerpoint/2010/main" val="2255738240"/>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F0000"/>
                </a:solidFill>
              </a:rPr>
              <a:t>Interrupt-Driven OS</a:t>
            </a:r>
            <a:endParaRPr lang="en-US" dirty="0">
              <a:solidFill>
                <a:srgbClr val="FF0000"/>
              </a:solidFill>
            </a:endParaRP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17</a:t>
            </a:fld>
            <a:endParaRPr lang="en-US" altLang="en-US"/>
          </a:p>
        </p:txBody>
      </p:sp>
      <p:pic>
        <p:nvPicPr>
          <p:cNvPr id="6" name="Content Placeholder 5"/>
          <p:cNvPicPr>
            <a:picLocks noGrp="1" noChangeAspect="1"/>
          </p:cNvPicPr>
          <p:nvPr>
            <p:ph idx="1"/>
          </p:nvPr>
        </p:nvPicPr>
        <p:blipFill rotWithShape="1">
          <a:blip r:embed="rId2"/>
          <a:srcRect l="32820" t="33247" r="17324" b="20001"/>
          <a:stretch/>
        </p:blipFill>
        <p:spPr>
          <a:xfrm>
            <a:off x="228600" y="1219200"/>
            <a:ext cx="8001000" cy="4220360"/>
          </a:xfrm>
          <a:prstGeom prst="rect">
            <a:avLst/>
          </a:prstGeom>
        </p:spPr>
      </p:pic>
    </p:spTree>
    <p:extLst>
      <p:ext uri="{BB962C8B-B14F-4D97-AF65-F5344CB8AC3E}">
        <p14:creationId xmlns:p14="http://schemas.microsoft.com/office/powerpoint/2010/main" val="45244496"/>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Interrupt Handling</a:t>
            </a:r>
          </a:p>
        </p:txBody>
      </p:sp>
      <p:sp>
        <p:nvSpPr>
          <p:cNvPr id="3" name="Content Placeholder 2"/>
          <p:cNvSpPr>
            <a:spLocks noGrp="1"/>
          </p:cNvSpPr>
          <p:nvPr>
            <p:ph idx="1"/>
          </p:nvPr>
        </p:nvSpPr>
        <p:spPr>
          <a:xfrm>
            <a:off x="574675" y="1154239"/>
            <a:ext cx="8001000" cy="4267200"/>
          </a:xfrm>
        </p:spPr>
        <p:txBody>
          <a:bodyPr/>
          <a:lstStyle/>
          <a:p>
            <a:r>
              <a:rPr lang="en-US" b="0" dirty="0"/>
              <a:t>The Operating System preserves the state of the  CPU by storing registers and the  program counter.</a:t>
            </a:r>
          </a:p>
          <a:p>
            <a:r>
              <a:rPr lang="en-US" b="0" dirty="0"/>
              <a:t>Determining which type of the  interrupt has occurred </a:t>
            </a:r>
          </a:p>
          <a:p>
            <a:pPr lvl="1">
              <a:buFont typeface="Arial" panose="020B0604020202020204" pitchFamily="34" charset="0"/>
              <a:buChar char="•"/>
            </a:pPr>
            <a:r>
              <a:rPr lang="en-US" b="0" dirty="0"/>
              <a:t> </a:t>
            </a:r>
            <a:r>
              <a:rPr lang="en-US" b="0" dirty="0">
                <a:solidFill>
                  <a:srgbClr val="FF0000"/>
                </a:solidFill>
              </a:rPr>
              <a:t>polling</a:t>
            </a:r>
            <a:r>
              <a:rPr lang="en-US" b="0" dirty="0"/>
              <a:t> or </a:t>
            </a:r>
            <a:r>
              <a:rPr lang="en-US" b="0" dirty="0">
                <a:solidFill>
                  <a:srgbClr val="FF0000"/>
                </a:solidFill>
              </a:rPr>
              <a:t>Vectored</a:t>
            </a:r>
            <a:r>
              <a:rPr lang="en-US" b="0" dirty="0"/>
              <a:t> interrupt system</a:t>
            </a:r>
          </a:p>
          <a:p>
            <a:pPr lvl="1">
              <a:buFont typeface="Arial" panose="020B0604020202020204" pitchFamily="34" charset="0"/>
              <a:buChar char="•"/>
            </a:pPr>
            <a:r>
              <a:rPr lang="en-US" b="0" dirty="0"/>
              <a:t>Separate Segments of Code Determine What  action should be taken for each type of interrupt</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18</a:t>
            </a:fld>
            <a:endParaRPr lang="en-US" altLang="en-US"/>
          </a:p>
        </p:txBody>
      </p:sp>
      <p:pic>
        <p:nvPicPr>
          <p:cNvPr id="6" name="Picture 5"/>
          <p:cNvPicPr>
            <a:picLocks noChangeAspect="1"/>
          </p:cNvPicPr>
          <p:nvPr/>
        </p:nvPicPr>
        <p:blipFill rotWithShape="1">
          <a:blip r:embed="rId2"/>
          <a:srcRect l="24263" t="35043" r="24391" b="20769"/>
          <a:stretch/>
        </p:blipFill>
        <p:spPr>
          <a:xfrm>
            <a:off x="762000" y="3637693"/>
            <a:ext cx="7010400" cy="2534507"/>
          </a:xfrm>
          <a:prstGeom prst="rect">
            <a:avLst/>
          </a:prstGeom>
        </p:spPr>
      </p:pic>
    </p:spTree>
    <p:extLst>
      <p:ext uri="{BB962C8B-B14F-4D97-AF65-F5344CB8AC3E}">
        <p14:creationId xmlns:p14="http://schemas.microsoft.com/office/powerpoint/2010/main" val="3116175162"/>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I/O  Structure(Interrupt Timeline )</a:t>
            </a:r>
          </a:p>
        </p:txBody>
      </p:sp>
      <p:sp>
        <p:nvSpPr>
          <p:cNvPr id="3" name="Content Placeholder 2"/>
          <p:cNvSpPr>
            <a:spLocks noGrp="1"/>
          </p:cNvSpPr>
          <p:nvPr>
            <p:ph idx="1"/>
          </p:nvPr>
        </p:nvSpPr>
        <p:spPr/>
        <p:txBody>
          <a:bodyPr/>
          <a:lstStyle/>
          <a:p>
            <a:r>
              <a:rPr lang="en-US" b="0" dirty="0"/>
              <a:t>General-Purpose Computers consist of CPUs &amp; Multiple device controllers connected through a common bus</a:t>
            </a:r>
          </a:p>
          <a:p>
            <a:r>
              <a:rPr lang="en-US" b="0" dirty="0"/>
              <a:t>Device controller is a bridge between OS and device</a:t>
            </a:r>
          </a:p>
          <a:p>
            <a:r>
              <a:rPr lang="en-US" b="0" dirty="0"/>
              <a:t>Device driver is part of OS( that provides communication with device controller0</a:t>
            </a:r>
          </a:p>
          <a:p>
            <a:r>
              <a:rPr lang="en-US" b="0" dirty="0"/>
              <a:t>I/O Operation</a:t>
            </a:r>
          </a:p>
          <a:p>
            <a:pPr marL="457200" indent="-457200">
              <a:buFont typeface="+mj-lt"/>
              <a:buAutoNum type="arabicPeriod"/>
            </a:pPr>
            <a:r>
              <a:rPr lang="en-US" b="0" dirty="0"/>
              <a:t>Device driver loads device controller registers</a:t>
            </a:r>
          </a:p>
          <a:p>
            <a:pPr marL="457200" indent="-457200">
              <a:buFont typeface="+mj-lt"/>
              <a:buAutoNum type="arabicPeriod"/>
            </a:pPr>
            <a:r>
              <a:rPr lang="en-US" b="0" dirty="0"/>
              <a:t>Controller examines registers to determine action</a:t>
            </a:r>
          </a:p>
          <a:p>
            <a:pPr marL="457200" indent="-457200">
              <a:buFont typeface="+mj-lt"/>
              <a:buAutoNum type="arabicPeriod"/>
            </a:pPr>
            <a:r>
              <a:rPr lang="en-US" b="0" dirty="0"/>
              <a:t>Controller starts data transfer/ to/from local buffer</a:t>
            </a:r>
          </a:p>
          <a:p>
            <a:pPr marL="457200" indent="-457200">
              <a:buFont typeface="+mj-lt"/>
              <a:buAutoNum type="arabicPeriod"/>
            </a:pPr>
            <a:r>
              <a:rPr lang="en-US" b="0" dirty="0"/>
              <a:t>Sends interrupt upon completion</a:t>
            </a:r>
          </a:p>
          <a:p>
            <a:pPr marL="0" indent="0">
              <a:buNone/>
            </a:pPr>
            <a:r>
              <a:rPr lang="en-US" b="0" dirty="0"/>
              <a:t>OK for Moving Small Amounts of Data</a:t>
            </a:r>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19</a:t>
            </a:fld>
            <a:endParaRPr lang="en-US" altLang="en-US"/>
          </a:p>
        </p:txBody>
      </p:sp>
    </p:spTree>
    <p:extLst>
      <p:ext uri="{BB962C8B-B14F-4D97-AF65-F5344CB8AC3E}">
        <p14:creationId xmlns:p14="http://schemas.microsoft.com/office/powerpoint/2010/main" val="1061474900"/>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I/O Structure</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20</a:t>
            </a:fld>
            <a:endParaRPr lang="en-US" altLang="en-US"/>
          </a:p>
        </p:txBody>
      </p:sp>
      <p:pic>
        <p:nvPicPr>
          <p:cNvPr id="6" name="Content Placeholder 5"/>
          <p:cNvPicPr>
            <a:picLocks noGrp="1" noChangeAspect="1"/>
          </p:cNvPicPr>
          <p:nvPr>
            <p:ph idx="1"/>
          </p:nvPr>
        </p:nvPicPr>
        <p:blipFill rotWithShape="1">
          <a:blip r:embed="rId2"/>
          <a:srcRect l="47292" t="30427" r="33574" b="19573"/>
          <a:stretch/>
        </p:blipFill>
        <p:spPr>
          <a:xfrm>
            <a:off x="6092269" y="933072"/>
            <a:ext cx="2903061" cy="4267200"/>
          </a:xfrm>
          <a:prstGeom prst="rect">
            <a:avLst/>
          </a:prstGeom>
        </p:spPr>
      </p:pic>
      <p:sp>
        <p:nvSpPr>
          <p:cNvPr id="7" name="TextBox 6"/>
          <p:cNvSpPr txBox="1"/>
          <p:nvPr/>
        </p:nvSpPr>
        <p:spPr>
          <a:xfrm>
            <a:off x="304800" y="1497012"/>
            <a:ext cx="5486400" cy="3139321"/>
          </a:xfrm>
          <a:prstGeom prst="rect">
            <a:avLst/>
          </a:prstGeom>
          <a:noFill/>
        </p:spPr>
        <p:txBody>
          <a:bodyPr wrap="square" rtlCol="0">
            <a:spAutoFit/>
          </a:bodyPr>
          <a:lstStyle/>
          <a:p>
            <a:r>
              <a:rPr lang="en-US" dirty="0">
                <a:latin typeface="+mn-lt"/>
              </a:rPr>
              <a:t>Application Programs can request I/O</a:t>
            </a:r>
          </a:p>
          <a:p>
            <a:r>
              <a:rPr lang="en-US" dirty="0">
                <a:latin typeface="+mn-lt"/>
              </a:rPr>
              <a:t>(Read from a device or write to a device)via the help of OS</a:t>
            </a:r>
          </a:p>
          <a:p>
            <a:endParaRPr lang="en-US" dirty="0">
              <a:latin typeface="+mn-lt"/>
            </a:endParaRPr>
          </a:p>
          <a:p>
            <a:pPr marL="285750" indent="-285750">
              <a:buClr>
                <a:srgbClr val="FF0000"/>
              </a:buClr>
              <a:buFont typeface="Wingdings" panose="05000000000000000000" pitchFamily="2" charset="2"/>
              <a:buChar char="§"/>
            </a:pPr>
            <a:r>
              <a:rPr lang="en-US" dirty="0">
                <a:latin typeface="+mn-lt"/>
              </a:rPr>
              <a:t>The request is done by calling a </a:t>
            </a:r>
            <a:r>
              <a:rPr lang="en-US" dirty="0">
                <a:solidFill>
                  <a:srgbClr val="FF0000"/>
                </a:solidFill>
                <a:latin typeface="+mn-lt"/>
              </a:rPr>
              <a:t>system</a:t>
            </a:r>
            <a:r>
              <a:rPr lang="en-US" dirty="0">
                <a:latin typeface="+mn-lt"/>
              </a:rPr>
              <a:t> </a:t>
            </a:r>
            <a:r>
              <a:rPr lang="en-US" dirty="0">
                <a:solidFill>
                  <a:srgbClr val="FF0000"/>
                </a:solidFill>
                <a:latin typeface="+mn-lt"/>
              </a:rPr>
              <a:t>call </a:t>
            </a:r>
            <a:r>
              <a:rPr lang="en-US" dirty="0">
                <a:latin typeface="+mn-lt"/>
              </a:rPr>
              <a:t>(OS</a:t>
            </a:r>
            <a:r>
              <a:rPr lang="en-US" dirty="0">
                <a:solidFill>
                  <a:srgbClr val="FF0000"/>
                </a:solidFill>
                <a:latin typeface="+mn-lt"/>
              </a:rPr>
              <a:t> </a:t>
            </a:r>
            <a:r>
              <a:rPr lang="en-US" dirty="0">
                <a:latin typeface="+mn-lt"/>
              </a:rPr>
              <a:t>routine).</a:t>
            </a:r>
          </a:p>
          <a:p>
            <a:pPr marL="285750" indent="-285750">
              <a:buClr>
                <a:srgbClr val="FF0000"/>
              </a:buClr>
              <a:buFont typeface="Wingdings" panose="05000000000000000000" pitchFamily="2" charset="2"/>
              <a:buChar char="§"/>
            </a:pPr>
            <a:r>
              <a:rPr lang="en-US" dirty="0">
                <a:latin typeface="+mn-lt"/>
              </a:rPr>
              <a:t>System call routine in OS performs the I/O via the help of device driver routines in OS.</a:t>
            </a:r>
          </a:p>
          <a:p>
            <a:pPr marL="285750" indent="-285750">
              <a:buClr>
                <a:srgbClr val="FF0000"/>
              </a:buClr>
              <a:buFont typeface="Wingdings" panose="05000000000000000000" pitchFamily="2" charset="2"/>
              <a:buChar char="§"/>
            </a:pPr>
            <a:r>
              <a:rPr lang="en-US" dirty="0">
                <a:latin typeface="+mn-lt"/>
              </a:rPr>
              <a:t>OS maintains device  status table ; one entry per device .The entry keeps the state of the device, etc.</a:t>
            </a:r>
          </a:p>
          <a:p>
            <a:pPr marL="285750" indent="-285750">
              <a:buClr>
                <a:srgbClr val="FF0000"/>
              </a:buClr>
              <a:buFont typeface="Wingdings" panose="05000000000000000000" pitchFamily="2" charset="2"/>
              <a:buChar char="§"/>
            </a:pPr>
            <a:r>
              <a:rPr lang="en-US" dirty="0">
                <a:latin typeface="+mn-lt"/>
              </a:rPr>
              <a:t>After issuing a system call, an application may wait for the call to finish  (blocking call) or may continue to do something else(non-blocking call).</a:t>
            </a:r>
          </a:p>
        </p:txBody>
      </p:sp>
      <p:sp>
        <p:nvSpPr>
          <p:cNvPr id="3" name="Rectangle 2"/>
          <p:cNvSpPr/>
          <p:nvPr/>
        </p:nvSpPr>
        <p:spPr>
          <a:xfrm>
            <a:off x="8515712" y="2438400"/>
            <a:ext cx="479618" cy="369332"/>
          </a:xfrm>
          <a:prstGeom prst="rect">
            <a:avLst/>
          </a:prstGeom>
        </p:spPr>
        <p:txBody>
          <a:bodyPr wrap="none">
            <a:spAutoFit/>
          </a:bodyPr>
          <a:lstStyle/>
          <a:p>
            <a:r>
              <a:rPr lang="en-US" dirty="0"/>
              <a:t>OS</a:t>
            </a:r>
          </a:p>
        </p:txBody>
      </p:sp>
    </p:spTree>
    <p:extLst>
      <p:ext uri="{BB962C8B-B14F-4D97-AF65-F5344CB8AC3E}">
        <p14:creationId xmlns:p14="http://schemas.microsoft.com/office/powerpoint/2010/main" val="528393248"/>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702" y="102410"/>
            <a:ext cx="8001000" cy="755650"/>
          </a:xfrm>
        </p:spPr>
        <p:txBody>
          <a:bodyPr/>
          <a:lstStyle/>
          <a:p>
            <a:r>
              <a:rPr lang="en-US" dirty="0">
                <a:solidFill>
                  <a:srgbClr val="FF0000"/>
                </a:solidFill>
              </a:rPr>
              <a:t>Direct Memory Access</a:t>
            </a:r>
          </a:p>
        </p:txBody>
      </p:sp>
      <p:sp>
        <p:nvSpPr>
          <p:cNvPr id="3" name="Content Placeholder 2"/>
          <p:cNvSpPr>
            <a:spLocks noGrp="1"/>
          </p:cNvSpPr>
          <p:nvPr>
            <p:ph idx="1"/>
          </p:nvPr>
        </p:nvSpPr>
        <p:spPr>
          <a:xfrm>
            <a:off x="504645" y="1219200"/>
            <a:ext cx="8001000" cy="4267200"/>
          </a:xfrm>
        </p:spPr>
        <p:txBody>
          <a:bodyPr/>
          <a:lstStyle/>
          <a:p>
            <a:r>
              <a:rPr lang="en-US" sz="1800" b="0" dirty="0"/>
              <a:t>Used for  high-speed I/O devices able to transmit information at close to memory speeds</a:t>
            </a:r>
          </a:p>
          <a:p>
            <a:r>
              <a:rPr lang="en-US" sz="1800" b="0" dirty="0"/>
              <a:t>Device Controller transfers blocks of data  from buffer storage directly to main memory without CPU Intervention</a:t>
            </a:r>
          </a:p>
          <a:p>
            <a:r>
              <a:rPr lang="en-US" sz="1800" b="0" dirty="0"/>
              <a:t>Only one interrupt is generated per block, rather than the one interrupt per byte</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21</a:t>
            </a:fld>
            <a:endParaRPr lang="en-US" altLang="en-US"/>
          </a:p>
        </p:txBody>
      </p:sp>
      <p:sp>
        <p:nvSpPr>
          <p:cNvPr id="6" name="Rectangle 5"/>
          <p:cNvSpPr/>
          <p:nvPr/>
        </p:nvSpPr>
        <p:spPr bwMode="auto">
          <a:xfrm>
            <a:off x="304800" y="2781300"/>
            <a:ext cx="2057400" cy="11430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dirty="0">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CPU</a:t>
            </a:r>
          </a:p>
        </p:txBody>
      </p:sp>
      <p:sp>
        <p:nvSpPr>
          <p:cNvPr id="7" name="Rectangle 6"/>
          <p:cNvSpPr/>
          <p:nvPr/>
        </p:nvSpPr>
        <p:spPr bwMode="auto">
          <a:xfrm>
            <a:off x="685800" y="4495800"/>
            <a:ext cx="1143000" cy="6858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Device </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Controller</a:t>
            </a:r>
          </a:p>
        </p:txBody>
      </p:sp>
      <p:sp>
        <p:nvSpPr>
          <p:cNvPr id="8" name="Rectangle 7"/>
          <p:cNvSpPr/>
          <p:nvPr/>
        </p:nvSpPr>
        <p:spPr bwMode="auto">
          <a:xfrm>
            <a:off x="3505200" y="2781300"/>
            <a:ext cx="2819400" cy="13335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Main Memory</a:t>
            </a:r>
          </a:p>
        </p:txBody>
      </p:sp>
      <p:cxnSp>
        <p:nvCxnSpPr>
          <p:cNvPr id="10" name="Straight Arrow Connector 9"/>
          <p:cNvCxnSpPr>
            <a:stCxn id="7" idx="3"/>
          </p:cNvCxnSpPr>
          <p:nvPr/>
        </p:nvCxnSpPr>
        <p:spPr bwMode="auto">
          <a:xfrm flipV="1">
            <a:off x="1828800" y="4093593"/>
            <a:ext cx="1905000" cy="74510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p:cNvSpPr txBox="1"/>
          <p:nvPr/>
        </p:nvSpPr>
        <p:spPr>
          <a:xfrm rot="19521475">
            <a:off x="2278507" y="4471027"/>
            <a:ext cx="1676400" cy="923330"/>
          </a:xfrm>
          <a:prstGeom prst="rect">
            <a:avLst/>
          </a:prstGeom>
          <a:noFill/>
        </p:spPr>
        <p:txBody>
          <a:bodyPr wrap="square" rtlCol="0">
            <a:spAutoFit/>
          </a:bodyPr>
          <a:lstStyle/>
          <a:p>
            <a:r>
              <a:rPr lang="en-US" dirty="0"/>
              <a:t>DMA Controller Transfer</a:t>
            </a:r>
          </a:p>
        </p:txBody>
      </p:sp>
    </p:spTree>
    <p:extLst>
      <p:ext uri="{BB962C8B-B14F-4D97-AF65-F5344CB8AC3E}">
        <p14:creationId xmlns:p14="http://schemas.microsoft.com/office/powerpoint/2010/main" val="2908756579"/>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0192"/>
            <a:ext cx="8001000" cy="755650"/>
          </a:xfrm>
        </p:spPr>
        <p:txBody>
          <a:bodyPr/>
          <a:lstStyle/>
          <a:p>
            <a:r>
              <a:rPr lang="en-US" dirty="0">
                <a:solidFill>
                  <a:srgbClr val="FF0000"/>
                </a:solidFill>
              </a:rPr>
              <a:t>Storage Structure  </a:t>
            </a:r>
          </a:p>
        </p:txBody>
      </p:sp>
      <p:sp>
        <p:nvSpPr>
          <p:cNvPr id="3" name="Content Placeholder 2"/>
          <p:cNvSpPr>
            <a:spLocks noGrp="1"/>
          </p:cNvSpPr>
          <p:nvPr>
            <p:ph sz="half" idx="1"/>
          </p:nvPr>
        </p:nvSpPr>
        <p:spPr>
          <a:xfrm>
            <a:off x="457200" y="1219200"/>
            <a:ext cx="3924300" cy="4800600"/>
          </a:xfrm>
        </p:spPr>
        <p:txBody>
          <a:bodyPr/>
          <a:lstStyle/>
          <a:p>
            <a:r>
              <a:rPr lang="en-US" sz="1800" b="0" dirty="0"/>
              <a:t>Main Memory-Only large storage media that the CPU can access directly</a:t>
            </a:r>
          </a:p>
          <a:p>
            <a:r>
              <a:rPr lang="en-US" sz="1800" b="0" dirty="0"/>
              <a:t>Secondary  Storage-Extension of main memory that provides large nonvolatile storage capacity.</a:t>
            </a:r>
          </a:p>
          <a:p>
            <a:pPr lvl="2"/>
            <a:r>
              <a:rPr lang="en-US" sz="1200" b="0" dirty="0"/>
              <a:t>Magnetic disks-rigid metal</a:t>
            </a:r>
          </a:p>
          <a:p>
            <a:pPr marL="0" indent="0">
              <a:buNone/>
            </a:pPr>
            <a:r>
              <a:rPr lang="en-US" sz="1800" b="0" dirty="0"/>
              <a:t>	-Disk Surface is logically divided into </a:t>
            </a:r>
            <a:r>
              <a:rPr lang="en-US" sz="1800" b="0" dirty="0">
                <a:solidFill>
                  <a:srgbClr val="FF0000"/>
                </a:solidFill>
              </a:rPr>
              <a:t>tracks</a:t>
            </a:r>
            <a:r>
              <a:rPr lang="en-US" sz="1800" b="0" dirty="0"/>
              <a:t>, Which are divided into </a:t>
            </a:r>
            <a:r>
              <a:rPr lang="en-US" sz="1800" b="0" dirty="0">
                <a:solidFill>
                  <a:srgbClr val="FF0000"/>
                </a:solidFill>
              </a:rPr>
              <a:t>sectors.</a:t>
            </a:r>
          </a:p>
          <a:p>
            <a:pPr marL="0" indent="0">
              <a:buNone/>
            </a:pPr>
            <a:r>
              <a:rPr lang="en-US" sz="1800" b="0" dirty="0">
                <a:solidFill>
                  <a:srgbClr val="FF0000"/>
                </a:solidFill>
              </a:rPr>
              <a:t>	</a:t>
            </a:r>
            <a:r>
              <a:rPr lang="en-US" sz="1800" b="0" dirty="0"/>
              <a:t>-The Disk Controller  determines the logical interaction between the device and the computer</a:t>
            </a:r>
          </a:p>
        </p:txBody>
      </p:sp>
      <p:sp>
        <p:nvSpPr>
          <p:cNvPr id="5" name="Footer Placeholder 4"/>
          <p:cNvSpPr>
            <a:spLocks noGrp="1"/>
          </p:cNvSpPr>
          <p:nvPr>
            <p:ph type="ftr" sz="quarter" idx="11"/>
          </p:nvPr>
        </p:nvSpPr>
        <p:spPr/>
        <p:txBody>
          <a:bodyPr/>
          <a:lstStyle/>
          <a:p>
            <a:pPr>
              <a:defRPr/>
            </a:pPr>
            <a:r>
              <a:rPr lang="en-US" altLang="en-US"/>
              <a:t>Department of Computer Science/University of Rwanda</a:t>
            </a:r>
          </a:p>
        </p:txBody>
      </p:sp>
      <p:sp>
        <p:nvSpPr>
          <p:cNvPr id="6" name="Slide Number Placeholder 5"/>
          <p:cNvSpPr>
            <a:spLocks noGrp="1"/>
          </p:cNvSpPr>
          <p:nvPr>
            <p:ph type="sldNum" sz="quarter" idx="12"/>
          </p:nvPr>
        </p:nvSpPr>
        <p:spPr/>
        <p:txBody>
          <a:bodyPr/>
          <a:lstStyle/>
          <a:p>
            <a:pPr>
              <a:defRPr/>
            </a:pPr>
            <a:fld id="{A3413A23-6D3E-46F7-AD32-E21CB0749E15}" type="slidenum">
              <a:rPr lang="en-US" altLang="en-US" smtClean="0"/>
              <a:pPr>
                <a:defRPr/>
              </a:pPr>
              <a:t>22</a:t>
            </a:fld>
            <a:endParaRPr lang="en-US" altLang="en-US"/>
          </a:p>
        </p:txBody>
      </p:sp>
      <p:sp>
        <p:nvSpPr>
          <p:cNvPr id="10" name="Title 1"/>
          <p:cNvSpPr txBox="1">
            <a:spLocks/>
          </p:cNvSpPr>
          <p:nvPr/>
        </p:nvSpPr>
        <p:spPr bwMode="auto">
          <a:xfrm>
            <a:off x="571500" y="122208"/>
            <a:ext cx="81534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fontAlgn="base">
              <a:spcBef>
                <a:spcPct val="0"/>
              </a:spcBef>
              <a:spcAft>
                <a:spcPct val="0"/>
              </a:spcAft>
              <a:defRPr sz="2800" b="1">
                <a:solidFill>
                  <a:schemeClr val="tx2"/>
                </a:solidFill>
                <a:latin typeface="+mj-lt"/>
                <a:ea typeface="+mj-ea"/>
                <a:cs typeface="楷体_GB2312"/>
              </a:defRPr>
            </a:lvl1pPr>
            <a:lvl2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2pPr>
            <a:lvl3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3pPr>
            <a:lvl4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4pPr>
            <a:lvl5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5pPr>
            <a:lvl6pPr marL="3429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6pPr>
            <a:lvl7pPr marL="6858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7pPr>
            <a:lvl8pPr marL="10287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8pPr>
            <a:lvl9pPr marL="13716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9pPr>
          </a:lstStyle>
          <a:p>
            <a:pPr eaLnBrk="1" hangingPunct="1"/>
            <a:r>
              <a:rPr lang="en-US" altLang="en-US" kern="0" dirty="0">
                <a:solidFill>
                  <a:schemeClr val="tx1"/>
                </a:solidFill>
              </a:rPr>
              <a:t>                                  </a:t>
            </a:r>
            <a:r>
              <a:rPr lang="en-US" altLang="en-US" kern="0" dirty="0"/>
              <a:t>                              </a:t>
            </a:r>
            <a:r>
              <a:rPr lang="en-US" altLang="en-US" kern="0" dirty="0">
                <a:solidFill>
                  <a:srgbClr val="FF0000"/>
                </a:solidFill>
              </a:rPr>
              <a:t> </a:t>
            </a:r>
            <a:endParaRPr lang="en-US" kern="0" dirty="0">
              <a:solidFill>
                <a:srgbClr val="FF0000"/>
              </a:solidFill>
            </a:endParaRPr>
          </a:p>
        </p:txBody>
      </p:sp>
      <p:sp>
        <p:nvSpPr>
          <p:cNvPr id="11" name="Content Placeholder 10"/>
          <p:cNvSpPr>
            <a:spLocks noGrp="1"/>
          </p:cNvSpPr>
          <p:nvPr>
            <p:ph sz="half" idx="2"/>
          </p:nvPr>
        </p:nvSpPr>
        <p:spPr>
          <a:xfrm>
            <a:off x="4419600" y="1275541"/>
            <a:ext cx="4648200" cy="4267200"/>
          </a:xfrm>
        </p:spPr>
        <p:txBody>
          <a:bodyPr/>
          <a:lstStyle/>
          <a:p>
            <a:pPr marL="0" indent="0">
              <a:buNone/>
            </a:pPr>
            <a:r>
              <a:rPr lang="en-US" altLang="en-US" sz="2400" dirty="0">
                <a:solidFill>
                  <a:srgbClr val="FF0000"/>
                </a:solidFill>
              </a:rPr>
              <a:t>                    Storage pyramid</a:t>
            </a:r>
            <a:endParaRPr lang="en-US" dirty="0">
              <a:solidFill>
                <a:srgbClr val="FF0000"/>
              </a:solidFill>
            </a:endParaRPr>
          </a:p>
        </p:txBody>
      </p:sp>
      <p:pic>
        <p:nvPicPr>
          <p:cNvPr id="12" name="Content Placeholder 5"/>
          <p:cNvPicPr>
            <a:picLocks noChangeAspect="1"/>
          </p:cNvPicPr>
          <p:nvPr/>
        </p:nvPicPr>
        <p:blipFill rotWithShape="1">
          <a:blip r:embed="rId2"/>
          <a:srcRect l="28384" t="33259" r="16371" b="32813"/>
          <a:stretch/>
        </p:blipFill>
        <p:spPr bwMode="auto">
          <a:xfrm>
            <a:off x="4419600" y="2291570"/>
            <a:ext cx="4689176" cy="2737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1C08FB8-0ACC-2076-10B7-ED711A21C492}"/>
                  </a:ext>
                </a:extLst>
              </p14:cNvPr>
              <p14:cNvContentPartPr/>
              <p14:nvPr/>
            </p14:nvContentPartPr>
            <p14:xfrm>
              <a:off x="7022880" y="2054880"/>
              <a:ext cx="1803960" cy="1008720"/>
            </p14:xfrm>
          </p:contentPart>
        </mc:Choice>
        <mc:Fallback xmlns="">
          <p:pic>
            <p:nvPicPr>
              <p:cNvPr id="4" name="Ink 3">
                <a:extLst>
                  <a:ext uri="{FF2B5EF4-FFF2-40B4-BE49-F238E27FC236}">
                    <a16:creationId xmlns:a16="http://schemas.microsoft.com/office/drawing/2014/main" id="{91C08FB8-0ACC-2076-10B7-ED711A21C492}"/>
                  </a:ext>
                </a:extLst>
              </p:cNvPr>
              <p:cNvPicPr/>
              <p:nvPr/>
            </p:nvPicPr>
            <p:blipFill>
              <a:blip r:embed="rId4"/>
              <a:stretch>
                <a:fillRect/>
              </a:stretch>
            </p:blipFill>
            <p:spPr>
              <a:xfrm>
                <a:off x="7013520" y="2045520"/>
                <a:ext cx="1822680" cy="1027440"/>
              </a:xfrm>
              <a:prstGeom prst="rect">
                <a:avLst/>
              </a:prstGeom>
            </p:spPr>
          </p:pic>
        </mc:Fallback>
      </mc:AlternateContent>
    </p:spTree>
    <p:extLst>
      <p:ext uri="{BB962C8B-B14F-4D97-AF65-F5344CB8AC3E}">
        <p14:creationId xmlns:p14="http://schemas.microsoft.com/office/powerpoint/2010/main" val="3701796196"/>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Storage Hierarchy</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23</a:t>
            </a:fld>
            <a:endParaRPr lang="en-US" altLang="en-US"/>
          </a:p>
        </p:txBody>
      </p:sp>
      <p:sp>
        <p:nvSpPr>
          <p:cNvPr id="7" name="Content Placeholder 6"/>
          <p:cNvSpPr>
            <a:spLocks noGrp="1"/>
          </p:cNvSpPr>
          <p:nvPr>
            <p:ph idx="1"/>
          </p:nvPr>
        </p:nvSpPr>
        <p:spPr/>
        <p:txBody>
          <a:bodyPr/>
          <a:lstStyle/>
          <a:p>
            <a:r>
              <a:rPr lang="en-US" sz="1800" b="0" dirty="0"/>
              <a:t>Storage  Systems  organized  in hierarchy</a:t>
            </a:r>
          </a:p>
          <a:p>
            <a:pPr lvl="2">
              <a:buFont typeface="Wingdings" panose="05000000000000000000" pitchFamily="2" charset="2"/>
              <a:buChar char="§"/>
            </a:pPr>
            <a:r>
              <a:rPr lang="en-US" sz="1800" b="0" dirty="0"/>
              <a:t>Speed</a:t>
            </a:r>
          </a:p>
          <a:p>
            <a:pPr lvl="2">
              <a:buFont typeface="Wingdings" panose="05000000000000000000" pitchFamily="2" charset="2"/>
              <a:buChar char="§"/>
            </a:pPr>
            <a:r>
              <a:rPr lang="en-US" sz="1800" b="0" dirty="0"/>
              <a:t>Cost</a:t>
            </a:r>
          </a:p>
          <a:p>
            <a:pPr lvl="2">
              <a:buFont typeface="Wingdings" panose="05000000000000000000" pitchFamily="2" charset="2"/>
              <a:buChar char="§"/>
            </a:pPr>
            <a:r>
              <a:rPr lang="en-US" sz="1800" b="0" dirty="0"/>
              <a:t>Volatility</a:t>
            </a:r>
          </a:p>
          <a:p>
            <a:pPr marL="682625" lvl="2" indent="0">
              <a:buNone/>
            </a:pPr>
            <a:r>
              <a:rPr lang="en-US" sz="1800" b="0" dirty="0">
                <a:solidFill>
                  <a:srgbClr val="FF0000"/>
                </a:solidFill>
              </a:rPr>
              <a:t>Caching-</a:t>
            </a:r>
            <a:r>
              <a:rPr lang="en-US" sz="1800" b="0" dirty="0"/>
              <a:t> Copying information into faster storage system, main memory can be viewed as a last cache for secondary storage</a:t>
            </a:r>
          </a:p>
          <a:p>
            <a:pPr marL="682625" lvl="2" indent="0">
              <a:buNone/>
            </a:pPr>
            <a:r>
              <a:rPr lang="en-US" sz="1800" b="0" dirty="0">
                <a:solidFill>
                  <a:schemeClr val="accent2"/>
                </a:solidFill>
              </a:rPr>
              <a:t>Results from tradeoff between size and speed</a:t>
            </a:r>
          </a:p>
          <a:p>
            <a:pPr marL="682625" lvl="2" indent="0">
              <a:buNone/>
            </a:pPr>
            <a:endParaRPr lang="en-US" dirty="0"/>
          </a:p>
          <a:p>
            <a:pPr marL="682625" lvl="2" indent="0">
              <a:buNone/>
            </a:pPr>
            <a:endParaRPr lang="en-US" dirty="0"/>
          </a:p>
        </p:txBody>
      </p:sp>
      <p:sp>
        <p:nvSpPr>
          <p:cNvPr id="8" name="Rectangle 7"/>
          <p:cNvSpPr/>
          <p:nvPr/>
        </p:nvSpPr>
        <p:spPr bwMode="auto">
          <a:xfrm>
            <a:off x="1238610" y="4326881"/>
            <a:ext cx="990600" cy="6858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a typeface="宋体" pitchFamily="2" charset="-122"/>
            </a:endParaRPr>
          </a:p>
        </p:txBody>
      </p:sp>
      <p:sp>
        <p:nvSpPr>
          <p:cNvPr id="9" name="Rectangle 8"/>
          <p:cNvSpPr/>
          <p:nvPr/>
        </p:nvSpPr>
        <p:spPr bwMode="auto">
          <a:xfrm>
            <a:off x="4800600" y="3891247"/>
            <a:ext cx="3124200" cy="1600199"/>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endParaRPr lang="en-US" dirty="0">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endParaRPr lang="en-US" dirty="0">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Verdana" pitchFamily="34" charset="0"/>
                <a:ea typeface="宋体" pitchFamily="2" charset="-122"/>
              </a:rPr>
              <a:t>Large, Slow</a:t>
            </a: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cxnSp>
        <p:nvCxnSpPr>
          <p:cNvPr id="11" name="Straight Arrow Connector 10"/>
          <p:cNvCxnSpPr/>
          <p:nvPr/>
        </p:nvCxnSpPr>
        <p:spPr bwMode="auto">
          <a:xfrm flipH="1">
            <a:off x="2286000" y="4691347"/>
            <a:ext cx="251460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p:cNvSpPr txBox="1"/>
          <p:nvPr/>
        </p:nvSpPr>
        <p:spPr>
          <a:xfrm>
            <a:off x="1181100" y="4976168"/>
            <a:ext cx="1219200" cy="369332"/>
          </a:xfrm>
          <a:prstGeom prst="rect">
            <a:avLst/>
          </a:prstGeom>
          <a:noFill/>
        </p:spPr>
        <p:txBody>
          <a:bodyPr wrap="square" rtlCol="0">
            <a:spAutoFit/>
          </a:bodyPr>
          <a:lstStyle/>
          <a:p>
            <a:r>
              <a:rPr lang="en-US" dirty="0">
                <a:latin typeface="+mj-lt"/>
              </a:rPr>
              <a:t>Small, Fast </a:t>
            </a:r>
          </a:p>
        </p:txBody>
      </p:sp>
      <p:sp>
        <p:nvSpPr>
          <p:cNvPr id="17" name="TextBox 16"/>
          <p:cNvSpPr txBox="1"/>
          <p:nvPr/>
        </p:nvSpPr>
        <p:spPr>
          <a:xfrm>
            <a:off x="2856632" y="4349233"/>
            <a:ext cx="1219200" cy="369332"/>
          </a:xfrm>
          <a:prstGeom prst="rect">
            <a:avLst/>
          </a:prstGeom>
          <a:noFill/>
        </p:spPr>
        <p:txBody>
          <a:bodyPr wrap="square" rtlCol="0">
            <a:spAutoFit/>
          </a:bodyPr>
          <a:lstStyle/>
          <a:p>
            <a:r>
              <a:rPr lang="en-US" dirty="0">
                <a:latin typeface="+mj-lt"/>
              </a:rPr>
              <a:t>Caching</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1237868-B476-A390-E756-19D0EC1B2F0B}"/>
                  </a:ext>
                </a:extLst>
              </p14:cNvPr>
              <p14:cNvContentPartPr/>
              <p14:nvPr/>
            </p14:nvContentPartPr>
            <p14:xfrm>
              <a:off x="1458720" y="3972600"/>
              <a:ext cx="5364000" cy="935280"/>
            </p14:xfrm>
          </p:contentPart>
        </mc:Choice>
        <mc:Fallback xmlns="">
          <p:pic>
            <p:nvPicPr>
              <p:cNvPr id="3" name="Ink 2">
                <a:extLst>
                  <a:ext uri="{FF2B5EF4-FFF2-40B4-BE49-F238E27FC236}">
                    <a16:creationId xmlns:a16="http://schemas.microsoft.com/office/drawing/2014/main" id="{F1237868-B476-A390-E756-19D0EC1B2F0B}"/>
                  </a:ext>
                </a:extLst>
              </p:cNvPr>
              <p:cNvPicPr/>
              <p:nvPr/>
            </p:nvPicPr>
            <p:blipFill>
              <a:blip r:embed="rId3"/>
              <a:stretch>
                <a:fillRect/>
              </a:stretch>
            </p:blipFill>
            <p:spPr>
              <a:xfrm>
                <a:off x="1449360" y="3963240"/>
                <a:ext cx="5382720" cy="954000"/>
              </a:xfrm>
              <a:prstGeom prst="rect">
                <a:avLst/>
              </a:prstGeom>
            </p:spPr>
          </p:pic>
        </mc:Fallback>
      </mc:AlternateContent>
    </p:spTree>
    <p:extLst>
      <p:ext uri="{BB962C8B-B14F-4D97-AF65-F5344CB8AC3E}">
        <p14:creationId xmlns:p14="http://schemas.microsoft.com/office/powerpoint/2010/main" val="49726161"/>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Caching</a:t>
            </a:r>
          </a:p>
        </p:txBody>
      </p:sp>
      <p:sp>
        <p:nvSpPr>
          <p:cNvPr id="3" name="Content Placeholder 2"/>
          <p:cNvSpPr>
            <a:spLocks noGrp="1"/>
          </p:cNvSpPr>
          <p:nvPr>
            <p:ph idx="1"/>
          </p:nvPr>
        </p:nvSpPr>
        <p:spPr>
          <a:xfrm>
            <a:off x="544902" y="1219200"/>
            <a:ext cx="8001000" cy="4876800"/>
          </a:xfrm>
        </p:spPr>
        <p:txBody>
          <a:bodyPr/>
          <a:lstStyle/>
          <a:p>
            <a:r>
              <a:rPr lang="en-US" b="0" dirty="0"/>
              <a:t>Important principle, performed at many levels in a computer(in hardware, operating system, software)</a:t>
            </a:r>
          </a:p>
          <a:p>
            <a:r>
              <a:rPr lang="en-US" b="0" dirty="0"/>
              <a:t>Information in use copied from slower to faster storage temporarily</a:t>
            </a:r>
          </a:p>
          <a:p>
            <a:r>
              <a:rPr lang="en-US" b="0" dirty="0"/>
              <a:t>Faster Storage(Cache) checked first to determine if information is there.</a:t>
            </a:r>
          </a:p>
          <a:p>
            <a:pPr lvl="3"/>
            <a:r>
              <a:rPr lang="en-US" b="0" dirty="0"/>
              <a:t>If it is, information used directly from the cache(fast)</a:t>
            </a:r>
          </a:p>
          <a:p>
            <a:pPr lvl="3"/>
            <a:r>
              <a:rPr lang="en-US" b="0" dirty="0"/>
              <a:t>If not, data copied to cache and used there</a:t>
            </a:r>
          </a:p>
          <a:p>
            <a:r>
              <a:rPr lang="en-US" b="0" dirty="0"/>
              <a:t>The cache is smaller than the storage being  cached</a:t>
            </a:r>
          </a:p>
          <a:p>
            <a:pPr lvl="3"/>
            <a:r>
              <a:rPr lang="en-US" b="0" dirty="0"/>
              <a:t>Cache Management important design problem</a:t>
            </a:r>
          </a:p>
          <a:p>
            <a:pPr lvl="3"/>
            <a:r>
              <a:rPr lang="en-US" b="0" dirty="0"/>
              <a:t>Cache size and replacement policy</a:t>
            </a:r>
          </a:p>
          <a:p>
            <a:pPr marL="979487" lvl="3" indent="0">
              <a:buNone/>
            </a:pPr>
            <a:endParaRPr lang="en-US" b="0"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24</a:t>
            </a:fld>
            <a:endParaRPr lang="en-US" altLang="en-US"/>
          </a:p>
        </p:txBody>
      </p:sp>
      <p:sp>
        <p:nvSpPr>
          <p:cNvPr id="6" name="Rectangle 5"/>
          <p:cNvSpPr/>
          <p:nvPr/>
        </p:nvSpPr>
        <p:spPr bwMode="auto">
          <a:xfrm>
            <a:off x="2438400" y="4876800"/>
            <a:ext cx="1752600" cy="9144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Cache</a:t>
            </a:r>
          </a:p>
        </p:txBody>
      </p:sp>
      <p:cxnSp>
        <p:nvCxnSpPr>
          <p:cNvPr id="8" name="Straight Arrow Connector 7"/>
          <p:cNvCxnSpPr/>
          <p:nvPr/>
        </p:nvCxnSpPr>
        <p:spPr bwMode="auto">
          <a:xfrm flipV="1">
            <a:off x="4191000" y="4724400"/>
            <a:ext cx="1066800" cy="3048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Arrow Connector 9"/>
          <p:cNvCxnSpPr/>
          <p:nvPr/>
        </p:nvCxnSpPr>
        <p:spPr bwMode="auto">
          <a:xfrm>
            <a:off x="4191000" y="5638800"/>
            <a:ext cx="1295400" cy="30162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10"/>
          <p:cNvSpPr/>
          <p:nvPr/>
        </p:nvSpPr>
        <p:spPr bwMode="auto">
          <a:xfrm>
            <a:off x="5105400" y="4479985"/>
            <a:ext cx="990600" cy="3810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Size?</a:t>
            </a:r>
          </a:p>
        </p:txBody>
      </p:sp>
      <p:sp>
        <p:nvSpPr>
          <p:cNvPr id="12" name="Rectangle 11"/>
          <p:cNvSpPr/>
          <p:nvPr/>
        </p:nvSpPr>
        <p:spPr bwMode="auto">
          <a:xfrm>
            <a:off x="5728299" y="5864225"/>
            <a:ext cx="1649802" cy="3810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Replacement Policy</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D1600827-54DD-8947-8FB9-96254AD124D3}"/>
                  </a:ext>
                </a:extLst>
              </p14:cNvPr>
              <p14:cNvContentPartPr/>
              <p14:nvPr/>
            </p14:nvContentPartPr>
            <p14:xfrm>
              <a:off x="1090080" y="1590840"/>
              <a:ext cx="6967440" cy="580680"/>
            </p14:xfrm>
          </p:contentPart>
        </mc:Choice>
        <mc:Fallback xmlns="">
          <p:pic>
            <p:nvPicPr>
              <p:cNvPr id="7" name="Ink 6">
                <a:extLst>
                  <a:ext uri="{FF2B5EF4-FFF2-40B4-BE49-F238E27FC236}">
                    <a16:creationId xmlns:a16="http://schemas.microsoft.com/office/drawing/2014/main" id="{D1600827-54DD-8947-8FB9-96254AD124D3}"/>
                  </a:ext>
                </a:extLst>
              </p:cNvPr>
              <p:cNvPicPr/>
              <p:nvPr/>
            </p:nvPicPr>
            <p:blipFill>
              <a:blip r:embed="rId3"/>
              <a:stretch>
                <a:fillRect/>
              </a:stretch>
            </p:blipFill>
            <p:spPr>
              <a:xfrm>
                <a:off x="1080720" y="1581480"/>
                <a:ext cx="6986160" cy="599400"/>
              </a:xfrm>
              <a:prstGeom prst="rect">
                <a:avLst/>
              </a:prstGeom>
            </p:spPr>
          </p:pic>
        </mc:Fallback>
      </mc:AlternateContent>
    </p:spTree>
    <p:extLst>
      <p:ext uri="{BB962C8B-B14F-4D97-AF65-F5344CB8AC3E}">
        <p14:creationId xmlns:p14="http://schemas.microsoft.com/office/powerpoint/2010/main" val="143180513"/>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Caching</a:t>
            </a:r>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25</a:t>
            </a:fld>
            <a:endParaRPr lang="en-US" altLang="en-US"/>
          </a:p>
        </p:txBody>
      </p:sp>
      <p:sp>
        <p:nvSpPr>
          <p:cNvPr id="7" name="Rectangle 6"/>
          <p:cNvSpPr/>
          <p:nvPr/>
        </p:nvSpPr>
        <p:spPr bwMode="auto">
          <a:xfrm>
            <a:off x="5181600" y="2135038"/>
            <a:ext cx="1676400" cy="11430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endParaRPr lang="en-US" dirty="0">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Large</a:t>
            </a: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Verdana" pitchFamily="34" charset="0"/>
                <a:ea typeface="宋体" pitchFamily="2" charset="-122"/>
              </a:rPr>
              <a:t>Slower</a:t>
            </a: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sp>
        <p:nvSpPr>
          <p:cNvPr id="8" name="Rectangle 7"/>
          <p:cNvSpPr/>
          <p:nvPr/>
        </p:nvSpPr>
        <p:spPr bwMode="auto">
          <a:xfrm>
            <a:off x="1447800" y="2363638"/>
            <a:ext cx="1295400" cy="6858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a typeface="宋体" pitchFamily="2" charset="-122"/>
            </a:endParaRPr>
          </a:p>
        </p:txBody>
      </p:sp>
      <p:cxnSp>
        <p:nvCxnSpPr>
          <p:cNvPr id="12" name="Straight Arrow Connector 11"/>
          <p:cNvCxnSpPr/>
          <p:nvPr/>
        </p:nvCxnSpPr>
        <p:spPr bwMode="auto">
          <a:xfrm flipH="1">
            <a:off x="2514600" y="2695755"/>
            <a:ext cx="281940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p:cNvSpPr/>
          <p:nvPr/>
        </p:nvSpPr>
        <p:spPr bwMode="auto">
          <a:xfrm>
            <a:off x="3429000" y="2363638"/>
            <a:ext cx="1219200" cy="303362"/>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Caching</a:t>
            </a:r>
          </a:p>
        </p:txBody>
      </p:sp>
      <p:sp>
        <p:nvSpPr>
          <p:cNvPr id="14" name="Content Placeholder 13"/>
          <p:cNvSpPr>
            <a:spLocks noGrp="1"/>
          </p:cNvSpPr>
          <p:nvPr>
            <p:ph idx="1"/>
          </p:nvPr>
        </p:nvSpPr>
        <p:spPr bwMode="auto">
          <a:xfrm>
            <a:off x="533400" y="1144438"/>
            <a:ext cx="8001000" cy="4951562"/>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sp>
        <p:nvSpPr>
          <p:cNvPr id="15" name="Rectangle 14"/>
          <p:cNvSpPr/>
          <p:nvPr/>
        </p:nvSpPr>
        <p:spPr bwMode="auto">
          <a:xfrm>
            <a:off x="1333500" y="3278039"/>
            <a:ext cx="1524000" cy="424896"/>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Small, Fast</a:t>
            </a:r>
          </a:p>
        </p:txBody>
      </p:sp>
      <p:cxnSp>
        <p:nvCxnSpPr>
          <p:cNvPr id="6" name="Straight Connector 5"/>
          <p:cNvCxnSpPr/>
          <p:nvPr/>
        </p:nvCxnSpPr>
        <p:spPr bwMode="auto">
          <a:xfrm>
            <a:off x="1447800" y="4876800"/>
            <a:ext cx="5791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p:nvPr/>
        </p:nvCxnSpPr>
        <p:spPr bwMode="auto">
          <a:xfrm>
            <a:off x="1447800" y="5486400"/>
            <a:ext cx="5791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p:cNvCxnSpPr/>
          <p:nvPr/>
        </p:nvCxnSpPr>
        <p:spPr bwMode="auto">
          <a:xfrm>
            <a:off x="1447800" y="4343400"/>
            <a:ext cx="5791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8"/>
          <p:cNvSpPr/>
          <p:nvPr/>
        </p:nvSpPr>
        <p:spPr bwMode="auto">
          <a:xfrm>
            <a:off x="1447800" y="5613882"/>
            <a:ext cx="1333500" cy="3048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Verdana" pitchFamily="34" charset="0"/>
                <a:ea typeface="宋体" pitchFamily="2" charset="-122"/>
              </a:rPr>
              <a:t>Hard Disk</a:t>
            </a:r>
          </a:p>
        </p:txBody>
      </p:sp>
      <p:sp>
        <p:nvSpPr>
          <p:cNvPr id="10" name="Rectangle 9"/>
          <p:cNvSpPr/>
          <p:nvPr/>
        </p:nvSpPr>
        <p:spPr bwMode="auto">
          <a:xfrm>
            <a:off x="5295900" y="5602857"/>
            <a:ext cx="1371600" cy="3048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Verdana" pitchFamily="34" charset="0"/>
                <a:ea typeface="宋体" pitchFamily="2" charset="-122"/>
              </a:rPr>
              <a:t>Tape</a:t>
            </a:r>
          </a:p>
        </p:txBody>
      </p:sp>
      <p:sp>
        <p:nvSpPr>
          <p:cNvPr id="11" name="Rectangle 10"/>
          <p:cNvSpPr/>
          <p:nvPr/>
        </p:nvSpPr>
        <p:spPr bwMode="auto">
          <a:xfrm>
            <a:off x="1579713" y="5259478"/>
            <a:ext cx="1333500" cy="3810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Verdana" pitchFamily="34" charset="0"/>
                <a:ea typeface="宋体" pitchFamily="2" charset="-122"/>
              </a:rPr>
              <a:t>Main Memory</a:t>
            </a:r>
          </a:p>
        </p:txBody>
      </p:sp>
      <p:sp>
        <p:nvSpPr>
          <p:cNvPr id="21" name="Rectangle 20"/>
          <p:cNvSpPr/>
          <p:nvPr/>
        </p:nvSpPr>
        <p:spPr bwMode="auto">
          <a:xfrm>
            <a:off x="5293025" y="5272656"/>
            <a:ext cx="1371600" cy="3810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Verdana" pitchFamily="34" charset="0"/>
                <a:ea typeface="宋体" pitchFamily="2" charset="-122"/>
              </a:rPr>
              <a:t>Hard Disk</a:t>
            </a:r>
          </a:p>
        </p:txBody>
      </p:sp>
      <p:sp>
        <p:nvSpPr>
          <p:cNvPr id="22" name="Rectangle 21"/>
          <p:cNvSpPr/>
          <p:nvPr/>
        </p:nvSpPr>
        <p:spPr bwMode="auto">
          <a:xfrm>
            <a:off x="1524000" y="4458513"/>
            <a:ext cx="2404613" cy="395856"/>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Verdana" pitchFamily="34" charset="0"/>
                <a:ea typeface="宋体" pitchFamily="2" charset="-122"/>
              </a:rPr>
              <a:t>Hardware Cache </a:t>
            </a:r>
          </a:p>
          <a:p>
            <a:pPr marL="0" marR="0" indent="0" algn="ctr" defTabSz="914400" rtl="0" eaLnBrk="1" fontAlgn="base" latinLnBrk="0" hangingPunct="1">
              <a:lnSpc>
                <a:spcPct val="100000"/>
              </a:lnSpc>
              <a:spcBef>
                <a:spcPct val="0"/>
              </a:spcBef>
              <a:spcAft>
                <a:spcPct val="0"/>
              </a:spcAft>
              <a:buClrTx/>
              <a:buSzTx/>
              <a:buFontTx/>
              <a:buNone/>
              <a:tabLst/>
            </a:pPr>
            <a:r>
              <a:rPr lang="en-US" sz="1200" dirty="0">
                <a:latin typeface="Verdana" pitchFamily="34" charset="0"/>
                <a:ea typeface="宋体" pitchFamily="2" charset="-122"/>
              </a:rPr>
              <a:t>L1,L2, </a:t>
            </a:r>
            <a:r>
              <a:rPr lang="en-US" sz="1200" dirty="0" err="1">
                <a:latin typeface="Verdana" pitchFamily="34" charset="0"/>
                <a:ea typeface="宋体" pitchFamily="2" charset="-122"/>
              </a:rPr>
              <a:t>etc</a:t>
            </a:r>
            <a:endParaRPr kumimoji="0" lang="en-US" sz="1200" b="0" i="0" u="none" strike="noStrike" cap="none" normalizeH="0" baseline="0" dirty="0">
              <a:ln>
                <a:noFill/>
              </a:ln>
              <a:solidFill>
                <a:schemeClr val="tx1"/>
              </a:solidFill>
              <a:effectLst/>
              <a:latin typeface="Verdana" pitchFamily="34" charset="0"/>
              <a:ea typeface="宋体" pitchFamily="2" charset="-122"/>
            </a:endParaRPr>
          </a:p>
        </p:txBody>
      </p:sp>
      <p:sp>
        <p:nvSpPr>
          <p:cNvPr id="23" name="Rectangle 22"/>
          <p:cNvSpPr/>
          <p:nvPr/>
        </p:nvSpPr>
        <p:spPr bwMode="auto">
          <a:xfrm>
            <a:off x="5089585" y="4640772"/>
            <a:ext cx="2133600" cy="395856"/>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Verdana" pitchFamily="34" charset="0"/>
                <a:ea typeface="宋体" pitchFamily="2" charset="-122"/>
              </a:rPr>
              <a:t>Main Memory</a:t>
            </a:r>
          </a:p>
        </p:txBody>
      </p:sp>
      <p:sp>
        <p:nvSpPr>
          <p:cNvPr id="24" name="Rectangle 23"/>
          <p:cNvSpPr/>
          <p:nvPr/>
        </p:nvSpPr>
        <p:spPr bwMode="auto">
          <a:xfrm>
            <a:off x="1638300" y="4092852"/>
            <a:ext cx="1219200" cy="348697"/>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Verdana" pitchFamily="34" charset="0"/>
                <a:ea typeface="宋体" pitchFamily="2" charset="-122"/>
              </a:rPr>
              <a:t>Registers</a:t>
            </a:r>
          </a:p>
        </p:txBody>
      </p:sp>
      <p:sp>
        <p:nvSpPr>
          <p:cNvPr id="25" name="Rectangle 24"/>
          <p:cNvSpPr/>
          <p:nvPr/>
        </p:nvSpPr>
        <p:spPr bwMode="auto">
          <a:xfrm>
            <a:off x="5110792" y="4089258"/>
            <a:ext cx="1066800" cy="272497"/>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Verdana" pitchFamily="34" charset="0"/>
                <a:ea typeface="宋体" pitchFamily="2" charset="-122"/>
              </a:rPr>
              <a:t>Main memory</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2110F16-B4E8-AB9D-F223-6692F1F92842}"/>
                  </a:ext>
                </a:extLst>
              </p14:cNvPr>
              <p14:cNvContentPartPr/>
              <p14:nvPr/>
            </p14:nvContentPartPr>
            <p14:xfrm>
              <a:off x="7246800" y="3818520"/>
              <a:ext cx="697320" cy="2081160"/>
            </p14:xfrm>
          </p:contentPart>
        </mc:Choice>
        <mc:Fallback xmlns="">
          <p:pic>
            <p:nvPicPr>
              <p:cNvPr id="3" name="Ink 2">
                <a:extLst>
                  <a:ext uri="{FF2B5EF4-FFF2-40B4-BE49-F238E27FC236}">
                    <a16:creationId xmlns:a16="http://schemas.microsoft.com/office/drawing/2014/main" id="{F2110F16-B4E8-AB9D-F223-6692F1F92842}"/>
                  </a:ext>
                </a:extLst>
              </p:cNvPr>
              <p:cNvPicPr/>
              <p:nvPr/>
            </p:nvPicPr>
            <p:blipFill>
              <a:blip r:embed="rId3"/>
              <a:stretch>
                <a:fillRect/>
              </a:stretch>
            </p:blipFill>
            <p:spPr>
              <a:xfrm>
                <a:off x="7237440" y="3809160"/>
                <a:ext cx="716040" cy="2099880"/>
              </a:xfrm>
              <a:prstGeom prst="rect">
                <a:avLst/>
              </a:prstGeom>
            </p:spPr>
          </p:pic>
        </mc:Fallback>
      </mc:AlternateContent>
    </p:spTree>
    <p:extLst>
      <p:ext uri="{BB962C8B-B14F-4D97-AF65-F5344CB8AC3E}">
        <p14:creationId xmlns:p14="http://schemas.microsoft.com/office/powerpoint/2010/main" val="3505567948"/>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Computer System Architecture</a:t>
            </a:r>
          </a:p>
        </p:txBody>
      </p:sp>
      <p:sp>
        <p:nvSpPr>
          <p:cNvPr id="3" name="Content Placeholder 2"/>
          <p:cNvSpPr>
            <a:spLocks noGrp="1"/>
          </p:cNvSpPr>
          <p:nvPr>
            <p:ph idx="1"/>
          </p:nvPr>
        </p:nvSpPr>
        <p:spPr>
          <a:xfrm>
            <a:off x="478766" y="1219200"/>
            <a:ext cx="8001000" cy="4267200"/>
          </a:xfrm>
        </p:spPr>
        <p:txBody>
          <a:bodyPr/>
          <a:lstStyle/>
          <a:p>
            <a:r>
              <a:rPr lang="en-US" sz="1800" b="0" dirty="0"/>
              <a:t>Most Systems use a single general purpose processor</a:t>
            </a:r>
          </a:p>
          <a:p>
            <a:pPr marL="0" indent="0">
              <a:buNone/>
            </a:pPr>
            <a:r>
              <a:rPr lang="en-US" sz="1800" b="0" dirty="0"/>
              <a:t>    Multiprocessor Systems are increasing in use and in importance </a:t>
            </a:r>
          </a:p>
          <a:p>
            <a:pPr marL="0" indent="0">
              <a:buNone/>
            </a:pPr>
            <a:r>
              <a:rPr lang="en-US" sz="1800" b="0" dirty="0"/>
              <a:t>-They are also known as parallel Systems, Tightly- coupled Systems</a:t>
            </a:r>
          </a:p>
          <a:p>
            <a:pPr marL="0" indent="0">
              <a:buNone/>
            </a:pPr>
            <a:r>
              <a:rPr lang="en-US" sz="1800" b="0" dirty="0">
                <a:solidFill>
                  <a:srgbClr val="FF0000"/>
                </a:solidFill>
              </a:rPr>
              <a:t>Advantages</a:t>
            </a:r>
          </a:p>
          <a:p>
            <a:pPr marL="0" indent="0">
              <a:buNone/>
            </a:pPr>
            <a:r>
              <a:rPr lang="en-US" sz="1800" b="0" dirty="0"/>
              <a:t>	1 Increased throughput</a:t>
            </a:r>
          </a:p>
          <a:p>
            <a:pPr marL="0" indent="0">
              <a:buNone/>
            </a:pPr>
            <a:r>
              <a:rPr lang="en-US" sz="1800" b="0" dirty="0"/>
              <a:t>	2. Economy of scale(Cheaper than using multiple computer)</a:t>
            </a:r>
          </a:p>
          <a:p>
            <a:pPr marL="0" indent="0">
              <a:buNone/>
            </a:pPr>
            <a:r>
              <a:rPr lang="en-US" sz="1800" b="0" dirty="0"/>
              <a:t>	3. Increased Reliability/Fault Tolerance  </a:t>
            </a:r>
          </a:p>
          <a:p>
            <a:pPr marL="0" indent="0">
              <a:buNone/>
            </a:pPr>
            <a:r>
              <a:rPr lang="en-US" sz="1800" b="0" dirty="0"/>
              <a:t>Two Types:</a:t>
            </a:r>
          </a:p>
          <a:p>
            <a:pPr marL="0" indent="0">
              <a:buNone/>
            </a:pPr>
            <a:r>
              <a:rPr lang="en-US" sz="1800" b="0" dirty="0">
                <a:solidFill>
                  <a:srgbClr val="FF0000"/>
                </a:solidFill>
              </a:rPr>
              <a:t>Symmetric Multiprocessing: </a:t>
            </a:r>
          </a:p>
          <a:p>
            <a:pPr marL="0" indent="0">
              <a:buNone/>
            </a:pPr>
            <a:r>
              <a:rPr lang="en-US" sz="1800" b="0" dirty="0">
                <a:solidFill>
                  <a:srgbClr val="FF0000"/>
                </a:solidFill>
              </a:rPr>
              <a:t>Asymmetric Multiprocessing:</a:t>
            </a:r>
          </a:p>
          <a:p>
            <a:pPr marL="0" indent="0">
              <a:buNone/>
            </a:pPr>
            <a:endParaRPr lang="en-US" dirty="0"/>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26</a:t>
            </a:fld>
            <a:endParaRPr lang="en-US" altLang="en-US"/>
          </a:p>
        </p:txBody>
      </p:sp>
    </p:spTree>
    <p:extLst>
      <p:ext uri="{BB962C8B-B14F-4D97-AF65-F5344CB8AC3E}">
        <p14:creationId xmlns:p14="http://schemas.microsoft.com/office/powerpoint/2010/main" val="1489859076"/>
      </p:ext>
    </p:ext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01764"/>
            <a:ext cx="8001000" cy="619664"/>
          </a:xfrm>
        </p:spPr>
        <p:txBody>
          <a:bodyPr/>
          <a:lstStyle/>
          <a:p>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br>
              <a:rPr lang="en-US" b="0" dirty="0">
                <a:solidFill>
                  <a:srgbClr val="FF0000"/>
                </a:solidFill>
              </a:rPr>
            </a:br>
            <a:r>
              <a:rPr lang="en-US" b="0" dirty="0">
                <a:solidFill>
                  <a:srgbClr val="FF0000"/>
                </a:solidFill>
              </a:rPr>
              <a:t>Symmetric Multiprocessing(SMP)</a:t>
            </a:r>
            <a:br>
              <a:rPr lang="en-US" b="0" dirty="0">
                <a:solidFill>
                  <a:srgbClr val="FF0000"/>
                </a:solidFill>
              </a:rPr>
            </a:br>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27</a:t>
            </a:fld>
            <a:endParaRPr lang="en-US" altLang="en-US"/>
          </a:p>
        </p:txBody>
      </p:sp>
      <p:pic>
        <p:nvPicPr>
          <p:cNvPr id="6" name="Content Placeholder 5" descr="Architecture&#10; "/>
          <p:cNvPicPr>
            <a:picLocks noGrp="1"/>
          </p:cNvPicPr>
          <p:nvPr>
            <p:ph idx="1"/>
          </p:nvPr>
        </p:nvPicPr>
        <p:blipFill rotWithShape="1">
          <a:blip r:embed="rId2">
            <a:extLst>
              <a:ext uri="{28A0092B-C50C-407E-A947-70E740481C1C}">
                <a14:useLocalDpi xmlns:a14="http://schemas.microsoft.com/office/drawing/2010/main" val="0"/>
              </a:ext>
            </a:extLst>
          </a:blip>
          <a:srcRect t="19269"/>
          <a:stretch/>
        </p:blipFill>
        <p:spPr bwMode="auto">
          <a:xfrm>
            <a:off x="-349660" y="1180705"/>
            <a:ext cx="4921660" cy="2514600"/>
          </a:xfrm>
          <a:prstGeom prst="rect">
            <a:avLst/>
          </a:prstGeom>
          <a:noFill/>
          <a:ln>
            <a:noFill/>
          </a:ln>
        </p:spPr>
      </p:pic>
      <p:sp>
        <p:nvSpPr>
          <p:cNvPr id="3" name="Rectangle 2"/>
          <p:cNvSpPr/>
          <p:nvPr/>
        </p:nvSpPr>
        <p:spPr>
          <a:xfrm>
            <a:off x="4073825" y="1345636"/>
            <a:ext cx="4800600" cy="1754326"/>
          </a:xfrm>
          <a:prstGeom prst="rect">
            <a:avLst/>
          </a:prstGeom>
        </p:spPr>
        <p:txBody>
          <a:bodyPr wrap="square">
            <a:spAutoFit/>
          </a:bodyPr>
          <a:lstStyle/>
          <a:p>
            <a:r>
              <a:rPr lang="en-US" dirty="0">
                <a:latin typeface="+mj-lt"/>
              </a:rPr>
              <a:t>SMP is the processing of programs by multiple </a:t>
            </a:r>
          </a:p>
          <a:p>
            <a:r>
              <a:rPr lang="en-US" dirty="0">
                <a:latin typeface="+mj-lt"/>
              </a:rPr>
              <a:t>processors that share a common operating system </a:t>
            </a:r>
          </a:p>
          <a:p>
            <a:r>
              <a:rPr lang="en-US" dirty="0">
                <a:latin typeface="+mj-lt"/>
              </a:rPr>
              <a:t>and memory. In </a:t>
            </a:r>
            <a:r>
              <a:rPr lang="en-US" b="1" dirty="0">
                <a:latin typeface="+mj-lt"/>
              </a:rPr>
              <a:t>symmetric</a:t>
            </a:r>
            <a:r>
              <a:rPr lang="en-US" dirty="0">
                <a:latin typeface="+mj-lt"/>
              </a:rPr>
              <a:t> (or "tightly coupled") </a:t>
            </a:r>
          </a:p>
          <a:p>
            <a:r>
              <a:rPr lang="en-US" b="1" dirty="0">
                <a:latin typeface="+mj-lt"/>
              </a:rPr>
              <a:t>multiprocessing</a:t>
            </a:r>
            <a:r>
              <a:rPr lang="en-US" dirty="0">
                <a:latin typeface="+mj-lt"/>
              </a:rPr>
              <a:t>, the processors share memory and </a:t>
            </a:r>
          </a:p>
          <a:p>
            <a:r>
              <a:rPr lang="en-US" dirty="0">
                <a:latin typeface="+mj-lt"/>
              </a:rPr>
              <a:t>the I/O bus or data path. A single copy of the operating </a:t>
            </a:r>
          </a:p>
          <a:p>
            <a:r>
              <a:rPr lang="en-US" dirty="0">
                <a:latin typeface="+mj-lt"/>
              </a:rPr>
              <a:t>system is in charge of all the processors.</a:t>
            </a:r>
          </a:p>
        </p:txBody>
      </p:sp>
      <p:pic>
        <p:nvPicPr>
          <p:cNvPr id="9" name="Picture 8"/>
          <p:cNvPicPr>
            <a:picLocks noChangeAspect="1"/>
          </p:cNvPicPr>
          <p:nvPr/>
        </p:nvPicPr>
        <p:blipFill>
          <a:blip r:embed="rId3"/>
          <a:stretch>
            <a:fillRect/>
          </a:stretch>
        </p:blipFill>
        <p:spPr>
          <a:xfrm>
            <a:off x="-52007" y="3999182"/>
            <a:ext cx="4128707" cy="2686050"/>
          </a:xfrm>
          <a:prstGeom prst="rect">
            <a:avLst/>
          </a:prstGeom>
        </p:spPr>
      </p:pic>
      <p:sp>
        <p:nvSpPr>
          <p:cNvPr id="10" name="Rectangle 9"/>
          <p:cNvSpPr/>
          <p:nvPr/>
        </p:nvSpPr>
        <p:spPr>
          <a:xfrm>
            <a:off x="4343400" y="4172345"/>
            <a:ext cx="3993740" cy="1754326"/>
          </a:xfrm>
          <a:prstGeom prst="rect">
            <a:avLst/>
          </a:prstGeom>
        </p:spPr>
        <p:txBody>
          <a:bodyPr wrap="square">
            <a:spAutoFit/>
          </a:bodyPr>
          <a:lstStyle/>
          <a:p>
            <a:pPr algn="just"/>
            <a:r>
              <a:rPr lang="en-US" dirty="0">
                <a:latin typeface="+mj-lt"/>
              </a:rPr>
              <a:t>In asymmetric multiprocessing the program tasks are strictly divided by type between processors and typically, each processor has its own memory address space.  These features make asymmetric multiprocessing difficult to implement. </a:t>
            </a:r>
          </a:p>
        </p:txBody>
      </p:sp>
      <p:sp>
        <p:nvSpPr>
          <p:cNvPr id="11" name="Rectangle 10"/>
          <p:cNvSpPr/>
          <p:nvPr/>
        </p:nvSpPr>
        <p:spPr>
          <a:xfrm>
            <a:off x="381000" y="3421586"/>
            <a:ext cx="4442242" cy="523220"/>
          </a:xfrm>
          <a:prstGeom prst="rect">
            <a:avLst/>
          </a:prstGeom>
        </p:spPr>
        <p:txBody>
          <a:bodyPr wrap="none">
            <a:spAutoFit/>
          </a:bodyPr>
          <a:lstStyle/>
          <a:p>
            <a:r>
              <a:rPr lang="en-US" sz="2800" dirty="0">
                <a:solidFill>
                  <a:srgbClr val="FF0000"/>
                </a:solidFill>
              </a:rPr>
              <a:t>Asymmetric Multiprocessing</a:t>
            </a:r>
            <a:r>
              <a:rPr lang="en-US" dirty="0">
                <a:solidFill>
                  <a:srgbClr val="FF0000"/>
                </a:solidFill>
              </a:rPr>
              <a:t>:</a:t>
            </a:r>
            <a:endParaRPr lang="en-US" dirty="0"/>
          </a:p>
        </p:txBody>
      </p:sp>
    </p:spTree>
    <p:extLst>
      <p:ext uri="{BB962C8B-B14F-4D97-AF65-F5344CB8AC3E}">
        <p14:creationId xmlns:p14="http://schemas.microsoft.com/office/powerpoint/2010/main" val="2257065620"/>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Clustered Systems</a:t>
            </a:r>
          </a:p>
        </p:txBody>
      </p:sp>
      <p:sp>
        <p:nvSpPr>
          <p:cNvPr id="3" name="Content Placeholder 2"/>
          <p:cNvSpPr>
            <a:spLocks noGrp="1"/>
          </p:cNvSpPr>
          <p:nvPr>
            <p:ph idx="1"/>
          </p:nvPr>
        </p:nvSpPr>
        <p:spPr>
          <a:xfrm>
            <a:off x="381000" y="1219200"/>
            <a:ext cx="8001000" cy="4953000"/>
          </a:xfrm>
        </p:spPr>
        <p:txBody>
          <a:bodyPr/>
          <a:lstStyle/>
          <a:p>
            <a:r>
              <a:rPr lang="en-US" sz="1800" b="0" dirty="0"/>
              <a:t>Like Multiprocessor Systems, but Multiple systems working together</a:t>
            </a:r>
          </a:p>
          <a:p>
            <a:pPr lvl="1"/>
            <a:r>
              <a:rPr lang="en-US" sz="1800" b="0" dirty="0"/>
              <a:t>Usually sharing via a storage area network(SAN)</a:t>
            </a:r>
          </a:p>
          <a:p>
            <a:pPr lvl="1"/>
            <a:r>
              <a:rPr lang="en-US" sz="1800" b="0" dirty="0"/>
              <a:t>Provides a high-availability service which survives failures</a:t>
            </a:r>
          </a:p>
          <a:p>
            <a:pPr lvl="2">
              <a:buFont typeface="Arial" panose="020B0604020202020204" pitchFamily="34" charset="0"/>
              <a:buChar char="•"/>
            </a:pPr>
            <a:r>
              <a:rPr lang="en-US" sz="1800" b="0" dirty="0">
                <a:solidFill>
                  <a:srgbClr val="FF0000"/>
                </a:solidFill>
              </a:rPr>
              <a:t>Asymmetric clustering </a:t>
            </a:r>
            <a:r>
              <a:rPr lang="en-US" sz="1800" b="0" dirty="0"/>
              <a:t>has one machine in host-standby mode</a:t>
            </a:r>
          </a:p>
          <a:p>
            <a:pPr lvl="2">
              <a:buFont typeface="Arial" panose="020B0604020202020204" pitchFamily="34" charset="0"/>
              <a:buChar char="•"/>
            </a:pPr>
            <a:r>
              <a:rPr lang="en-US" sz="1800" b="0" dirty="0">
                <a:solidFill>
                  <a:srgbClr val="FF0000"/>
                </a:solidFill>
              </a:rPr>
              <a:t>Symmetric clustering </a:t>
            </a:r>
            <a:r>
              <a:rPr lang="en-US" sz="1800" b="0" dirty="0"/>
              <a:t>has multiple nodes running applications, monitoring each other</a:t>
            </a:r>
          </a:p>
          <a:p>
            <a:pPr marL="682625" lvl="2" indent="0">
              <a:buNone/>
            </a:pPr>
            <a:r>
              <a:rPr lang="en-US" sz="1800" b="0" dirty="0"/>
              <a:t>Some clusters are for high-performance Computing(</a:t>
            </a:r>
            <a:r>
              <a:rPr lang="en-US" sz="1800" b="0" dirty="0">
                <a:solidFill>
                  <a:schemeClr val="accent2"/>
                </a:solidFill>
              </a:rPr>
              <a:t>HPC</a:t>
            </a:r>
            <a:r>
              <a:rPr lang="en-US" sz="1800" b="0" dirty="0"/>
              <a:t>)</a:t>
            </a:r>
          </a:p>
          <a:p>
            <a:pPr marL="682625" lvl="2" indent="0">
              <a:buNone/>
            </a:pPr>
            <a:r>
              <a:rPr lang="en-US" sz="1800" b="0" dirty="0"/>
              <a:t>		Application must be written to use parallelization </a:t>
            </a:r>
            <a:r>
              <a:rPr lang="en-US" sz="1800" dirty="0"/>
              <a:t>  </a:t>
            </a:r>
          </a:p>
          <a:p>
            <a:pPr marL="682625" lvl="2" indent="0">
              <a:buNone/>
            </a:pPr>
            <a:endParaRPr lang="en-US" sz="1800" dirty="0"/>
          </a:p>
          <a:p>
            <a:pPr marL="682625" lvl="2" indent="0">
              <a:buNone/>
            </a:pPr>
            <a:endParaRPr lang="en-US" sz="1800" dirty="0"/>
          </a:p>
          <a:p>
            <a:pPr marL="682625" lvl="2" indent="0">
              <a:buNone/>
            </a:pPr>
            <a:endParaRPr lang="en-US" sz="1800" dirty="0"/>
          </a:p>
          <a:p>
            <a:pPr marL="682625" lvl="2" indent="0">
              <a:buNone/>
            </a:pPr>
            <a:r>
              <a:rPr lang="en-US" sz="1800" dirty="0"/>
              <a:t>                                                                                                                                                   </a:t>
            </a:r>
          </a:p>
          <a:p>
            <a:pPr marL="682625" lvl="2" indent="0">
              <a:buNone/>
            </a:pPr>
            <a:r>
              <a:rPr lang="en-US" sz="1800" dirty="0"/>
              <a:t>                                                                            </a:t>
            </a:r>
          </a:p>
          <a:p>
            <a:pPr marL="682625" lvl="2" indent="0">
              <a:buNone/>
            </a:pPr>
            <a:r>
              <a:rPr lang="en-US" sz="1800" dirty="0"/>
              <a:t>                                                                                                             Storage</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28</a:t>
            </a:fld>
            <a:endParaRPr lang="en-US" altLang="en-US"/>
          </a:p>
        </p:txBody>
      </p:sp>
      <p:sp>
        <p:nvSpPr>
          <p:cNvPr id="6" name="Oval 5"/>
          <p:cNvSpPr/>
          <p:nvPr/>
        </p:nvSpPr>
        <p:spPr bwMode="auto">
          <a:xfrm>
            <a:off x="2743200" y="4038600"/>
            <a:ext cx="2895600" cy="1371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SAN</a:t>
            </a:r>
          </a:p>
        </p:txBody>
      </p:sp>
      <p:sp>
        <p:nvSpPr>
          <p:cNvPr id="7" name="Rectangle 6"/>
          <p:cNvSpPr/>
          <p:nvPr/>
        </p:nvSpPr>
        <p:spPr bwMode="auto">
          <a:xfrm>
            <a:off x="2286000" y="4114800"/>
            <a:ext cx="533400" cy="5334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PC</a:t>
            </a:r>
          </a:p>
        </p:txBody>
      </p:sp>
      <p:sp>
        <p:nvSpPr>
          <p:cNvPr id="8" name="Rectangle 7"/>
          <p:cNvSpPr/>
          <p:nvPr/>
        </p:nvSpPr>
        <p:spPr bwMode="auto">
          <a:xfrm>
            <a:off x="2362200" y="4953000"/>
            <a:ext cx="533400" cy="5334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PC</a:t>
            </a:r>
          </a:p>
        </p:txBody>
      </p:sp>
      <p:sp>
        <p:nvSpPr>
          <p:cNvPr id="9" name="Rectangle 8"/>
          <p:cNvSpPr/>
          <p:nvPr/>
        </p:nvSpPr>
        <p:spPr bwMode="auto">
          <a:xfrm>
            <a:off x="5509404" y="4149156"/>
            <a:ext cx="533400" cy="5334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PC</a:t>
            </a:r>
          </a:p>
        </p:txBody>
      </p:sp>
      <p:sp>
        <p:nvSpPr>
          <p:cNvPr id="10" name="Rectangle 9"/>
          <p:cNvSpPr/>
          <p:nvPr/>
        </p:nvSpPr>
        <p:spPr bwMode="auto">
          <a:xfrm>
            <a:off x="5509404" y="4913313"/>
            <a:ext cx="533400" cy="5334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PC</a:t>
            </a:r>
          </a:p>
        </p:txBody>
      </p:sp>
      <p:sp>
        <p:nvSpPr>
          <p:cNvPr id="11" name="Flowchart: Magnetic Disk 10"/>
          <p:cNvSpPr/>
          <p:nvPr/>
        </p:nvSpPr>
        <p:spPr bwMode="auto">
          <a:xfrm>
            <a:off x="6629400" y="4452369"/>
            <a:ext cx="990600" cy="994344"/>
          </a:xfrm>
          <a:prstGeom prst="flowChartMagneticDisk">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DISK</a:t>
            </a:r>
          </a:p>
        </p:txBody>
      </p:sp>
    </p:spTree>
    <p:extLst>
      <p:ext uri="{BB962C8B-B14F-4D97-AF65-F5344CB8AC3E}">
        <p14:creationId xmlns:p14="http://schemas.microsoft.com/office/powerpoint/2010/main" val="2381852704"/>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030" y="-12940"/>
            <a:ext cx="8001000" cy="755650"/>
          </a:xfrm>
        </p:spPr>
        <p:txBody>
          <a:bodyPr/>
          <a:lstStyle/>
          <a:p>
            <a:r>
              <a:rPr lang="en-US" dirty="0">
                <a:solidFill>
                  <a:srgbClr val="FF0000"/>
                </a:solidFill>
              </a:rPr>
              <a:t>Operating System  Structure</a:t>
            </a:r>
          </a:p>
        </p:txBody>
      </p:sp>
      <p:sp>
        <p:nvSpPr>
          <p:cNvPr id="3" name="Content Placeholder 2"/>
          <p:cNvSpPr>
            <a:spLocks noGrp="1"/>
          </p:cNvSpPr>
          <p:nvPr>
            <p:ph idx="1"/>
          </p:nvPr>
        </p:nvSpPr>
        <p:spPr>
          <a:xfrm>
            <a:off x="533400" y="751755"/>
            <a:ext cx="8001000" cy="5191845"/>
          </a:xfrm>
        </p:spPr>
        <p:txBody>
          <a:bodyPr/>
          <a:lstStyle/>
          <a:p>
            <a:endParaRPr lang="en-US" sz="1800" b="0" dirty="0"/>
          </a:p>
          <a:p>
            <a:r>
              <a:rPr lang="en-US" sz="1800" b="0" dirty="0"/>
              <a:t>Multiprogramming needed for efficiency</a:t>
            </a:r>
          </a:p>
          <a:p>
            <a:pPr lvl="1"/>
            <a:r>
              <a:rPr lang="en-US" sz="1800" b="0" dirty="0"/>
              <a:t>Single user cannot keep CPU and I/O  devices   busy at all times</a:t>
            </a:r>
          </a:p>
          <a:p>
            <a:pPr lvl="1"/>
            <a:r>
              <a:rPr lang="en-US" sz="1800" b="0" dirty="0"/>
              <a:t>Multiprogramming organizes jobs(Code and data) so CPU always has one to execute</a:t>
            </a:r>
          </a:p>
          <a:p>
            <a:pPr lvl="1"/>
            <a:r>
              <a:rPr lang="en-US" sz="1800" b="0" dirty="0"/>
              <a:t>A Subset of total jobs in system is kept in memory</a:t>
            </a:r>
          </a:p>
          <a:p>
            <a:pPr lvl="1"/>
            <a:r>
              <a:rPr lang="en-US" sz="1800" b="0" dirty="0"/>
              <a:t>One job selected and run via job scheduling</a:t>
            </a:r>
          </a:p>
          <a:p>
            <a:pPr lvl="2"/>
            <a:r>
              <a:rPr lang="en-US" sz="1800" b="0" dirty="0"/>
              <a:t>OS selects which job </a:t>
            </a:r>
          </a:p>
          <a:p>
            <a:pPr lvl="2"/>
            <a:r>
              <a:rPr lang="en-US" sz="1800" b="0" dirty="0"/>
              <a:t>When it has to wait for I/O for example), OS switches to another job</a:t>
            </a:r>
          </a:p>
        </p:txBody>
      </p:sp>
      <p:sp>
        <p:nvSpPr>
          <p:cNvPr id="4" name="Footer Placeholder 3"/>
          <p:cNvSpPr>
            <a:spLocks noGrp="1"/>
          </p:cNvSpPr>
          <p:nvPr>
            <p:ph type="ftr" sz="quarter" idx="11"/>
          </p:nvPr>
        </p:nvSpPr>
        <p:spPr>
          <a:xfrm flipV="1">
            <a:off x="3124200" y="6721474"/>
            <a:ext cx="2895600" cy="136525"/>
          </a:xfrm>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29</a:t>
            </a:fld>
            <a:endParaRPr lang="en-US" altLang="en-US"/>
          </a:p>
        </p:txBody>
      </p:sp>
      <p:sp>
        <p:nvSpPr>
          <p:cNvPr id="6" name="Rectangle 5"/>
          <p:cNvSpPr/>
          <p:nvPr/>
        </p:nvSpPr>
        <p:spPr bwMode="auto">
          <a:xfrm>
            <a:off x="832174" y="3349214"/>
            <a:ext cx="6445370" cy="2666999"/>
          </a:xfrm>
          <a:prstGeom prst="rect">
            <a:avLst/>
          </a:prstGeom>
          <a:noFill/>
          <a:ln w="9525" cap="flat" cmpd="sng" algn="ctr">
            <a:solidFill>
              <a:schemeClr val="accent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a typeface="宋体" pitchFamily="2" charset="-122"/>
            </a:endParaRPr>
          </a:p>
        </p:txBody>
      </p:sp>
      <p:sp>
        <p:nvSpPr>
          <p:cNvPr id="9" name="Rounded Rectangle 8"/>
          <p:cNvSpPr/>
          <p:nvPr/>
        </p:nvSpPr>
        <p:spPr bwMode="auto">
          <a:xfrm>
            <a:off x="1066800" y="4353017"/>
            <a:ext cx="1262332" cy="457200"/>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I/O Device</a:t>
            </a:r>
          </a:p>
        </p:txBody>
      </p:sp>
      <p:sp>
        <p:nvSpPr>
          <p:cNvPr id="12" name="Oval 11"/>
          <p:cNvSpPr/>
          <p:nvPr/>
        </p:nvSpPr>
        <p:spPr bwMode="auto">
          <a:xfrm>
            <a:off x="1697966" y="3638909"/>
            <a:ext cx="914400" cy="609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CPU</a:t>
            </a:r>
          </a:p>
        </p:txBody>
      </p:sp>
      <p:sp>
        <p:nvSpPr>
          <p:cNvPr id="13" name="Rounded Rectangle 12"/>
          <p:cNvSpPr/>
          <p:nvPr/>
        </p:nvSpPr>
        <p:spPr bwMode="auto">
          <a:xfrm>
            <a:off x="1053142" y="4963245"/>
            <a:ext cx="1262332" cy="457200"/>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I/O Device</a:t>
            </a:r>
          </a:p>
        </p:txBody>
      </p:sp>
      <p:sp>
        <p:nvSpPr>
          <p:cNvPr id="14" name="Rounded Rectangle 13"/>
          <p:cNvSpPr/>
          <p:nvPr/>
        </p:nvSpPr>
        <p:spPr bwMode="auto">
          <a:xfrm>
            <a:off x="1066800" y="5476053"/>
            <a:ext cx="1262332" cy="457200"/>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I/O Device</a:t>
            </a:r>
          </a:p>
        </p:txBody>
      </p:sp>
      <p:sp>
        <p:nvSpPr>
          <p:cNvPr id="15" name="Rectangle 14"/>
          <p:cNvSpPr/>
          <p:nvPr/>
        </p:nvSpPr>
        <p:spPr bwMode="auto">
          <a:xfrm>
            <a:off x="4382219" y="3484996"/>
            <a:ext cx="1534339" cy="230620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a typeface="宋体" pitchFamily="2" charset="-122"/>
            </a:endParaRPr>
          </a:p>
        </p:txBody>
      </p:sp>
      <p:sp>
        <p:nvSpPr>
          <p:cNvPr id="16" name="Rectangle 15"/>
          <p:cNvSpPr/>
          <p:nvPr/>
        </p:nvSpPr>
        <p:spPr bwMode="auto">
          <a:xfrm>
            <a:off x="4578470" y="3851005"/>
            <a:ext cx="990600" cy="42013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Job</a:t>
            </a:r>
          </a:p>
        </p:txBody>
      </p:sp>
      <p:sp>
        <p:nvSpPr>
          <p:cNvPr id="18" name="Rectangle 17"/>
          <p:cNvSpPr/>
          <p:nvPr/>
        </p:nvSpPr>
        <p:spPr bwMode="auto">
          <a:xfrm>
            <a:off x="4600036" y="4317235"/>
            <a:ext cx="990600" cy="42013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Job</a:t>
            </a:r>
          </a:p>
        </p:txBody>
      </p:sp>
      <p:sp>
        <p:nvSpPr>
          <p:cNvPr id="19" name="Rectangle 18"/>
          <p:cNvSpPr/>
          <p:nvPr/>
        </p:nvSpPr>
        <p:spPr bwMode="auto">
          <a:xfrm>
            <a:off x="4600036" y="4791435"/>
            <a:ext cx="990600" cy="42013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Job</a:t>
            </a:r>
          </a:p>
        </p:txBody>
      </p:sp>
      <p:sp>
        <p:nvSpPr>
          <p:cNvPr id="20" name="Rectangle 19"/>
          <p:cNvSpPr/>
          <p:nvPr/>
        </p:nvSpPr>
        <p:spPr bwMode="auto">
          <a:xfrm>
            <a:off x="4578470" y="5263593"/>
            <a:ext cx="990600" cy="42013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Job</a:t>
            </a:r>
          </a:p>
        </p:txBody>
      </p:sp>
      <p:sp>
        <p:nvSpPr>
          <p:cNvPr id="21" name="TextBox 20"/>
          <p:cNvSpPr txBox="1"/>
          <p:nvPr/>
        </p:nvSpPr>
        <p:spPr>
          <a:xfrm>
            <a:off x="4419600" y="3410125"/>
            <a:ext cx="1600200" cy="369332"/>
          </a:xfrm>
          <a:prstGeom prst="rect">
            <a:avLst/>
          </a:prstGeom>
          <a:noFill/>
        </p:spPr>
        <p:txBody>
          <a:bodyPr wrap="square" rtlCol="0">
            <a:spAutoFit/>
          </a:bodyPr>
          <a:lstStyle/>
          <a:p>
            <a:r>
              <a:rPr lang="en-US" dirty="0"/>
              <a:t>Main Memory</a:t>
            </a:r>
          </a:p>
        </p:txBody>
      </p:sp>
      <p:sp>
        <p:nvSpPr>
          <p:cNvPr id="22" name="TextBox 21"/>
          <p:cNvSpPr txBox="1"/>
          <p:nvPr/>
        </p:nvSpPr>
        <p:spPr>
          <a:xfrm rot="16200000">
            <a:off x="5971026" y="4528944"/>
            <a:ext cx="1940233" cy="369332"/>
          </a:xfrm>
          <a:prstGeom prst="rect">
            <a:avLst/>
          </a:prstGeom>
          <a:noFill/>
        </p:spPr>
        <p:txBody>
          <a:bodyPr wrap="square" rtlCol="0">
            <a:spAutoFit/>
          </a:bodyPr>
          <a:lstStyle/>
          <a:p>
            <a:r>
              <a:rPr lang="en-US" dirty="0"/>
              <a:t>Operating System</a:t>
            </a:r>
          </a:p>
        </p:txBody>
      </p:sp>
    </p:spTree>
    <p:extLst>
      <p:ext uri="{BB962C8B-B14F-4D97-AF65-F5344CB8AC3E}">
        <p14:creationId xmlns:p14="http://schemas.microsoft.com/office/powerpoint/2010/main" val="2262291846"/>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Operating System Structure</a:t>
            </a:r>
          </a:p>
        </p:txBody>
      </p:sp>
      <p:sp>
        <p:nvSpPr>
          <p:cNvPr id="3" name="Content Placeholder 2"/>
          <p:cNvSpPr>
            <a:spLocks noGrp="1"/>
          </p:cNvSpPr>
          <p:nvPr>
            <p:ph idx="1"/>
          </p:nvPr>
        </p:nvSpPr>
        <p:spPr/>
        <p:txBody>
          <a:bodyPr/>
          <a:lstStyle/>
          <a:p>
            <a:r>
              <a:rPr lang="en-US" sz="1800" b="0" dirty="0"/>
              <a:t>Timesharing (Multitasking)  is logical extension in which CPU switches jobs so frequently that users can interact with each  job while it is running, creating interactive computing</a:t>
            </a:r>
          </a:p>
          <a:p>
            <a:pPr lvl="1">
              <a:buFont typeface="Arial" panose="020B0604020202020204" pitchFamily="34" charset="0"/>
              <a:buChar char="•"/>
            </a:pPr>
            <a:r>
              <a:rPr lang="en-US" sz="1800" b="0" dirty="0"/>
              <a:t>Response time should be &lt;1 second</a:t>
            </a:r>
          </a:p>
          <a:p>
            <a:pPr lvl="1">
              <a:buFont typeface="Arial" panose="020B0604020202020204" pitchFamily="34" charset="0"/>
              <a:buChar char="•"/>
            </a:pPr>
            <a:r>
              <a:rPr lang="en-US" sz="1800" b="0" dirty="0"/>
              <a:t>Each user has at least one program executing in memory(Processes)</a:t>
            </a:r>
          </a:p>
          <a:p>
            <a:pPr lvl="1">
              <a:buFont typeface="Arial" panose="020B0604020202020204" pitchFamily="34" charset="0"/>
              <a:buChar char="•"/>
            </a:pPr>
            <a:r>
              <a:rPr lang="en-US" sz="1800" b="0" dirty="0"/>
              <a:t>If several jobs ready to run at the same time </a:t>
            </a:r>
            <a:r>
              <a:rPr lang="en-US" sz="1800" b="0" dirty="0">
                <a:solidFill>
                  <a:srgbClr val="FF0000"/>
                </a:solidFill>
              </a:rPr>
              <a:t>CPU Scheduling  </a:t>
            </a:r>
            <a:r>
              <a:rPr lang="en-US" sz="1800" b="0" dirty="0"/>
              <a:t>is performed</a:t>
            </a:r>
          </a:p>
          <a:p>
            <a:pPr lvl="1">
              <a:buFont typeface="Arial" panose="020B0604020202020204" pitchFamily="34" charset="0"/>
              <a:buChar char="•"/>
            </a:pPr>
            <a:r>
              <a:rPr lang="en-US" sz="1800" b="0" dirty="0"/>
              <a:t>If processes do not fit in memory, </a:t>
            </a:r>
            <a:r>
              <a:rPr lang="en-US" sz="1800" b="0" dirty="0">
                <a:solidFill>
                  <a:srgbClr val="FF0000"/>
                </a:solidFill>
              </a:rPr>
              <a:t>swappin</a:t>
            </a:r>
            <a:r>
              <a:rPr lang="en-US" sz="1800" b="0" dirty="0"/>
              <a:t>g moves them in and out to run</a:t>
            </a:r>
          </a:p>
          <a:p>
            <a:pPr lvl="1">
              <a:buFont typeface="Arial" panose="020B0604020202020204" pitchFamily="34" charset="0"/>
              <a:buChar char="•"/>
            </a:pPr>
            <a:r>
              <a:rPr lang="en-US" sz="1800" b="0" dirty="0">
                <a:solidFill>
                  <a:srgbClr val="FF0000"/>
                </a:solidFill>
              </a:rPr>
              <a:t>Virtual memory </a:t>
            </a:r>
            <a:r>
              <a:rPr lang="en-US" sz="1800" b="0" dirty="0"/>
              <a:t>allows execution of processes not completely in memory</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30</a:t>
            </a:fld>
            <a:endParaRPr lang="en-US" altLang="en-US"/>
          </a:p>
        </p:txBody>
      </p:sp>
    </p:spTree>
    <p:extLst>
      <p:ext uri="{BB962C8B-B14F-4D97-AF65-F5344CB8AC3E}">
        <p14:creationId xmlns:p14="http://schemas.microsoft.com/office/powerpoint/2010/main" val="1296031145"/>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1502"/>
            <a:ext cx="8229600" cy="902898"/>
          </a:xfrm>
        </p:spPr>
        <p:txBody>
          <a:bodyPr/>
          <a:lstStyle/>
          <a:p>
            <a:r>
              <a:rPr lang="en-US" dirty="0">
                <a:solidFill>
                  <a:srgbClr val="FF0000"/>
                </a:solidFill>
              </a:rPr>
              <a:t>Memory Layout for </a:t>
            </a:r>
            <a:r>
              <a:rPr lang="en-US" dirty="0" err="1">
                <a:solidFill>
                  <a:srgbClr val="FF0000"/>
                </a:solidFill>
              </a:rPr>
              <a:t>multiprogrammed</a:t>
            </a:r>
            <a:r>
              <a:rPr lang="en-US" dirty="0">
                <a:solidFill>
                  <a:srgbClr val="FF0000"/>
                </a:solidFill>
              </a:rPr>
              <a:t> System</a:t>
            </a:r>
          </a:p>
        </p:txBody>
      </p:sp>
      <p:sp>
        <p:nvSpPr>
          <p:cNvPr id="6" name="Content Placeholder 5"/>
          <p:cNvSpPr>
            <a:spLocks noGrp="1"/>
          </p:cNvSpPr>
          <p:nvPr>
            <p:ph sz="quarter" idx="4"/>
          </p:nvPr>
        </p:nvSpPr>
        <p:spPr>
          <a:xfrm>
            <a:off x="3998912" y="1447800"/>
            <a:ext cx="4041775" cy="3951288"/>
          </a:xfrm>
        </p:spPr>
        <p:txBody>
          <a:bodyPr/>
          <a:lstStyle/>
          <a:p>
            <a:r>
              <a:rPr lang="en-US" b="0" dirty="0"/>
              <a:t>The figure at the left depicts the layout  multiprogramming system.</a:t>
            </a:r>
          </a:p>
          <a:p>
            <a:r>
              <a:rPr lang="en-US" b="0" dirty="0"/>
              <a:t>The main memory allows 4 jobs at time, CPU executes one by one</a:t>
            </a:r>
          </a:p>
          <a:p>
            <a:pPr marL="0" indent="0">
              <a:buNone/>
            </a:pPr>
            <a:r>
              <a:rPr lang="en-US" u="sng" dirty="0">
                <a:solidFill>
                  <a:srgbClr val="FF0000"/>
                </a:solidFill>
              </a:rPr>
              <a:t>Advantages.</a:t>
            </a:r>
          </a:p>
          <a:p>
            <a:pPr>
              <a:buFont typeface="Arial" panose="020B0604020202020204" pitchFamily="34" charset="0"/>
              <a:buChar char="•"/>
            </a:pPr>
            <a:r>
              <a:rPr lang="en-US" b="0" dirty="0"/>
              <a:t>Efficient Memory Utilization</a:t>
            </a:r>
          </a:p>
          <a:p>
            <a:pPr>
              <a:buFont typeface="Arial" panose="020B0604020202020204" pitchFamily="34" charset="0"/>
              <a:buChar char="•"/>
            </a:pPr>
            <a:r>
              <a:rPr lang="en-US" b="0" dirty="0"/>
              <a:t>Throughput Increase</a:t>
            </a:r>
          </a:p>
          <a:p>
            <a:pPr>
              <a:buFont typeface="Arial" panose="020B0604020202020204" pitchFamily="34" charset="0"/>
              <a:buChar char="•"/>
            </a:pPr>
            <a:r>
              <a:rPr lang="en-US" b="0" dirty="0"/>
              <a:t>CPU is never idle, so performance increases</a:t>
            </a:r>
          </a:p>
        </p:txBody>
      </p:sp>
      <p:sp>
        <p:nvSpPr>
          <p:cNvPr id="7" name="Footer Placeholder 6"/>
          <p:cNvSpPr>
            <a:spLocks noGrp="1"/>
          </p:cNvSpPr>
          <p:nvPr>
            <p:ph type="ftr" sz="quarter" idx="11"/>
          </p:nvPr>
        </p:nvSpPr>
        <p:spPr/>
        <p:txBody>
          <a:bodyPr/>
          <a:lstStyle/>
          <a:p>
            <a:pPr>
              <a:defRPr/>
            </a:pPr>
            <a:r>
              <a:rPr lang="en-US" altLang="en-US"/>
              <a:t>Department of Computer Science/University of Rwanda</a:t>
            </a:r>
          </a:p>
        </p:txBody>
      </p:sp>
      <p:sp>
        <p:nvSpPr>
          <p:cNvPr id="8" name="Slide Number Placeholder 7"/>
          <p:cNvSpPr>
            <a:spLocks noGrp="1"/>
          </p:cNvSpPr>
          <p:nvPr>
            <p:ph type="sldNum" sz="quarter" idx="12"/>
          </p:nvPr>
        </p:nvSpPr>
        <p:spPr/>
        <p:txBody>
          <a:bodyPr/>
          <a:lstStyle/>
          <a:p>
            <a:pPr>
              <a:defRPr/>
            </a:pPr>
            <a:fld id="{F786A0B0-B520-4837-BE72-8D1A0C3BA2F1}" type="slidenum">
              <a:rPr lang="en-US" altLang="en-US" smtClean="0"/>
              <a:pPr>
                <a:defRPr/>
              </a:pPr>
              <a:t>31</a:t>
            </a:fld>
            <a:endParaRPr lang="en-US" altLang="en-US"/>
          </a:p>
        </p:txBody>
      </p:sp>
      <p:pic>
        <p:nvPicPr>
          <p:cNvPr id="9" name="Content Placeholder 5"/>
          <p:cNvPicPr>
            <a:picLocks noGrp="1" noChangeAspect="1"/>
          </p:cNvPicPr>
          <p:nvPr>
            <p:ph sz="half" idx="2"/>
          </p:nvPr>
        </p:nvPicPr>
        <p:blipFill>
          <a:blip r:embed="rId2"/>
          <a:stretch>
            <a:fillRect/>
          </a:stretch>
        </p:blipFill>
        <p:spPr>
          <a:xfrm>
            <a:off x="1066800" y="1339161"/>
            <a:ext cx="2605244" cy="3951288"/>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645E434-73EA-73A6-57A4-7DBE6A6730BD}"/>
                  </a:ext>
                </a:extLst>
              </p14:cNvPr>
              <p14:cNvContentPartPr/>
              <p14:nvPr/>
            </p14:nvContentPartPr>
            <p14:xfrm>
              <a:off x="1031400" y="1305720"/>
              <a:ext cx="2621160" cy="4029840"/>
            </p14:xfrm>
          </p:contentPart>
        </mc:Choice>
        <mc:Fallback xmlns="">
          <p:pic>
            <p:nvPicPr>
              <p:cNvPr id="3" name="Ink 2">
                <a:extLst>
                  <a:ext uri="{FF2B5EF4-FFF2-40B4-BE49-F238E27FC236}">
                    <a16:creationId xmlns:a16="http://schemas.microsoft.com/office/drawing/2014/main" id="{E645E434-73EA-73A6-57A4-7DBE6A6730BD}"/>
                  </a:ext>
                </a:extLst>
              </p:cNvPr>
              <p:cNvPicPr/>
              <p:nvPr/>
            </p:nvPicPr>
            <p:blipFill>
              <a:blip r:embed="rId4"/>
              <a:stretch>
                <a:fillRect/>
              </a:stretch>
            </p:blipFill>
            <p:spPr>
              <a:xfrm>
                <a:off x="1022040" y="1296360"/>
                <a:ext cx="2639880" cy="4048560"/>
              </a:xfrm>
              <a:prstGeom prst="rect">
                <a:avLst/>
              </a:prstGeom>
            </p:spPr>
          </p:pic>
        </mc:Fallback>
      </mc:AlternateContent>
    </p:spTree>
    <p:extLst>
      <p:ext uri="{BB962C8B-B14F-4D97-AF65-F5344CB8AC3E}">
        <p14:creationId xmlns:p14="http://schemas.microsoft.com/office/powerpoint/2010/main" val="2944941599"/>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525" y="0"/>
            <a:ext cx="8001000" cy="755650"/>
          </a:xfrm>
        </p:spPr>
        <p:txBody>
          <a:bodyPr/>
          <a:lstStyle/>
          <a:p>
            <a:r>
              <a:rPr lang="en-US" dirty="0">
                <a:solidFill>
                  <a:srgbClr val="FF0000"/>
                </a:solidFill>
              </a:rPr>
              <a:t>Operating System Operations</a:t>
            </a:r>
          </a:p>
        </p:txBody>
      </p:sp>
      <p:sp>
        <p:nvSpPr>
          <p:cNvPr id="3" name="Content Placeholder 2"/>
          <p:cNvSpPr>
            <a:spLocks noGrp="1"/>
          </p:cNvSpPr>
          <p:nvPr>
            <p:ph idx="1"/>
          </p:nvPr>
        </p:nvSpPr>
        <p:spPr>
          <a:xfrm>
            <a:off x="596241" y="1219200"/>
            <a:ext cx="8001000" cy="4876800"/>
          </a:xfrm>
        </p:spPr>
        <p:txBody>
          <a:bodyPr/>
          <a:lstStyle/>
          <a:p>
            <a:r>
              <a:rPr lang="en-US" sz="1800" b="0" dirty="0"/>
              <a:t>Interrupt driven by hardware</a:t>
            </a:r>
          </a:p>
          <a:p>
            <a:r>
              <a:rPr lang="en-US" sz="1800" b="0" dirty="0"/>
              <a:t>Software error or request creates exception or trap</a:t>
            </a:r>
          </a:p>
          <a:p>
            <a:pPr lvl="1"/>
            <a:r>
              <a:rPr lang="en-US" sz="1800" b="0" dirty="0"/>
              <a:t>- Division by zero, for example(Exception)</a:t>
            </a:r>
          </a:p>
          <a:p>
            <a:pPr lvl="1"/>
            <a:r>
              <a:rPr lang="en-US" sz="1800" b="0" dirty="0"/>
              <a:t>Request for operating system service</a:t>
            </a:r>
          </a:p>
          <a:p>
            <a:pPr marL="354013" lvl="1" indent="0">
              <a:buNone/>
            </a:pPr>
            <a:r>
              <a:rPr lang="en-US" sz="1800" b="0" dirty="0"/>
              <a:t>Other process problems include:</a:t>
            </a:r>
          </a:p>
          <a:p>
            <a:pPr marL="354013" lvl="1" indent="0">
              <a:buNone/>
            </a:pPr>
            <a:r>
              <a:rPr lang="en-US" sz="1800" b="0" dirty="0"/>
              <a:t>-Processes Modifying each other or the operating system:  </a:t>
            </a:r>
            <a:r>
              <a:rPr lang="en-US" sz="1800" b="0" dirty="0">
                <a:solidFill>
                  <a:srgbClr val="FF0000"/>
                </a:solidFill>
              </a:rPr>
              <a:t>Handle dual mode</a:t>
            </a:r>
          </a:p>
          <a:p>
            <a:pPr marL="354013" lvl="1" indent="0">
              <a:buNone/>
            </a:pPr>
            <a:r>
              <a:rPr lang="en-US" sz="1800" b="0" dirty="0"/>
              <a:t>-Infinite loop:  </a:t>
            </a:r>
            <a:r>
              <a:rPr lang="en-US" sz="1800" b="0" dirty="0">
                <a:solidFill>
                  <a:srgbClr val="FF0000"/>
                </a:solidFill>
              </a:rPr>
              <a:t>Handle Infinite loop by use of timer interrupt.</a:t>
            </a:r>
          </a:p>
          <a:p>
            <a:pPr marL="354013" lvl="1" indent="0">
              <a:buNone/>
            </a:pPr>
            <a:r>
              <a:rPr lang="en-US" sz="1800" b="0" dirty="0">
                <a:solidFill>
                  <a:srgbClr val="FF0000"/>
                </a:solidFill>
              </a:rPr>
              <a:t>Dual-mode, </a:t>
            </a:r>
            <a:r>
              <a:rPr lang="en-US" sz="1800" b="0" dirty="0"/>
              <a:t>Operation allows OS to protect itself and other system components</a:t>
            </a:r>
          </a:p>
          <a:p>
            <a:pPr marL="354013" lvl="1" indent="0">
              <a:buNone/>
            </a:pPr>
            <a:r>
              <a:rPr lang="en-US" sz="1800" b="0" dirty="0"/>
              <a:t>-</a:t>
            </a:r>
            <a:r>
              <a:rPr lang="en-US" sz="1800" b="0" dirty="0">
                <a:solidFill>
                  <a:srgbClr val="FF0000"/>
                </a:solidFill>
              </a:rPr>
              <a:t>User mode </a:t>
            </a:r>
            <a:r>
              <a:rPr lang="en-US" sz="1800" b="0" dirty="0"/>
              <a:t>and </a:t>
            </a:r>
            <a:r>
              <a:rPr lang="en-US" sz="1800" b="0" dirty="0">
                <a:solidFill>
                  <a:srgbClr val="FF0000"/>
                </a:solidFill>
              </a:rPr>
              <a:t>Kernel mode</a:t>
            </a:r>
          </a:p>
          <a:p>
            <a:pPr marL="354013" lvl="1" indent="0">
              <a:buNone/>
            </a:pPr>
            <a:r>
              <a:rPr lang="en-US" sz="1800" b="0" dirty="0">
                <a:solidFill>
                  <a:srgbClr val="FF0000"/>
                </a:solidFill>
              </a:rPr>
              <a:t>Mode bit</a:t>
            </a:r>
            <a:r>
              <a:rPr lang="en-US" sz="1800" b="0" dirty="0"/>
              <a:t> provided by hardware.</a:t>
            </a:r>
          </a:p>
          <a:p>
            <a:pPr lvl="1">
              <a:buFont typeface="Arial" panose="020B0604020202020204" pitchFamily="34" charset="0"/>
              <a:buChar char="•"/>
            </a:pPr>
            <a:r>
              <a:rPr lang="en-US" sz="1800" b="0" dirty="0"/>
              <a:t>	Provides ability  to distinguish when system is running user code or Kernel code</a:t>
            </a:r>
          </a:p>
          <a:p>
            <a:pPr lvl="1">
              <a:buFont typeface="Arial" panose="020B0604020202020204" pitchFamily="34" charset="0"/>
              <a:buChar char="•"/>
            </a:pPr>
            <a:r>
              <a:rPr lang="en-US" sz="1800" b="0" dirty="0"/>
              <a:t>	Some instructions designated  as privileged, only executable in kernel mode</a:t>
            </a:r>
          </a:p>
          <a:p>
            <a:pPr lvl="1">
              <a:buFont typeface="Arial" panose="020B0604020202020204" pitchFamily="34" charset="0"/>
              <a:buChar char="•"/>
            </a:pPr>
            <a:r>
              <a:rPr lang="en-US" sz="1800" b="0" dirty="0"/>
              <a:t>	System call changes mode to kernel, return from call resets it to user</a:t>
            </a:r>
          </a:p>
          <a:p>
            <a:pPr marL="354013" lvl="1" indent="0">
              <a:buNone/>
            </a:pPr>
            <a:r>
              <a:rPr lang="en-US" sz="1800" b="0" dirty="0"/>
              <a:t>	</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32</a:t>
            </a:fld>
            <a:endParaRPr lang="en-US" altLang="en-US"/>
          </a:p>
        </p:txBody>
      </p:sp>
    </p:spTree>
    <p:extLst>
      <p:ext uri="{BB962C8B-B14F-4D97-AF65-F5344CB8AC3E}">
        <p14:creationId xmlns:p14="http://schemas.microsoft.com/office/powerpoint/2010/main" val="2341201148"/>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001000" cy="755650"/>
          </a:xfrm>
        </p:spPr>
        <p:txBody>
          <a:bodyPr/>
          <a:lstStyle/>
          <a:p>
            <a:r>
              <a:rPr lang="en-US" dirty="0">
                <a:solidFill>
                  <a:srgbClr val="FF0000"/>
                </a:solidFill>
              </a:rPr>
              <a:t>Dual mode system Operation</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33</a:t>
            </a:fld>
            <a:endParaRPr lang="en-US" altLang="en-US"/>
          </a:p>
        </p:txBody>
      </p:sp>
      <p:pic>
        <p:nvPicPr>
          <p:cNvPr id="6" name="Content Placeholder 5" descr="http://3.bp.blogspot.com/-H5-QMHb45Fk/T3V2jIoQtPI/AAAAAAAAAAw/lbLPoXaYlgk/s1600/%EC%BA%A1%EC%B2%98.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031597"/>
            <a:ext cx="8001000" cy="2502455"/>
          </a:xfrm>
          <a:prstGeom prst="rect">
            <a:avLst/>
          </a:prstGeom>
          <a:noFill/>
          <a:ln>
            <a:noFill/>
          </a:ln>
        </p:spPr>
      </p:pic>
    </p:spTree>
    <p:extLst>
      <p:ext uri="{BB962C8B-B14F-4D97-AF65-F5344CB8AC3E}">
        <p14:creationId xmlns:p14="http://schemas.microsoft.com/office/powerpoint/2010/main" val="2532196309"/>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solidFill>
                <a:srgbClr val="FF0000"/>
              </a:solidFill>
            </a:endParaRP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34</a:t>
            </a:fld>
            <a:endParaRPr lang="en-US" altLang="en-US"/>
          </a:p>
        </p:txBody>
      </p:sp>
      <p:sp>
        <p:nvSpPr>
          <p:cNvPr id="7" name="Content Placeholder 6"/>
          <p:cNvSpPr>
            <a:spLocks noGrp="1"/>
          </p:cNvSpPr>
          <p:nvPr>
            <p:ph idx="1"/>
          </p:nvPr>
        </p:nvSpPr>
        <p:spPr/>
        <p:txBody>
          <a:bodyPr/>
          <a:lstStyle/>
          <a:p>
            <a:endParaRPr lang="en-US"/>
          </a:p>
        </p:txBody>
      </p:sp>
    </p:spTree>
    <p:extLst>
      <p:ext uri="{BB962C8B-B14F-4D97-AF65-F5344CB8AC3E}">
        <p14:creationId xmlns:p14="http://schemas.microsoft.com/office/powerpoint/2010/main" val="2104863816"/>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Major OS Concepts/Components/Functions</a:t>
            </a:r>
            <a:endParaRPr lang="en-US" dirty="0"/>
          </a:p>
        </p:txBody>
      </p:sp>
      <p:sp>
        <p:nvSpPr>
          <p:cNvPr id="4" name="Content Placeholder 3"/>
          <p:cNvSpPr>
            <a:spLocks noGrp="1"/>
          </p:cNvSpPr>
          <p:nvPr>
            <p:ph sz="half" idx="2"/>
          </p:nvPr>
        </p:nvSpPr>
        <p:spPr>
          <a:xfrm>
            <a:off x="4419600" y="1050506"/>
            <a:ext cx="4229100" cy="5045494"/>
          </a:xfrm>
        </p:spPr>
        <p:txBody>
          <a:bodyPr/>
          <a:lstStyle/>
          <a:p>
            <a:r>
              <a:rPr lang="en-US" sz="1800" b="0" dirty="0"/>
              <a:t>Process Management</a:t>
            </a:r>
          </a:p>
          <a:p>
            <a:pPr lvl="4"/>
            <a:r>
              <a:rPr lang="en-US" b="0" dirty="0"/>
              <a:t>Providing process abstraction and managing processes</a:t>
            </a:r>
          </a:p>
          <a:p>
            <a:r>
              <a:rPr lang="en-US" sz="1800" b="0" dirty="0"/>
              <a:t>Memory Management</a:t>
            </a:r>
          </a:p>
          <a:p>
            <a:pPr lvl="3">
              <a:buFont typeface="Wingdings" panose="05000000000000000000" pitchFamily="2" charset="2"/>
              <a:buChar char="§"/>
            </a:pPr>
            <a:r>
              <a:rPr lang="en-US" b="0" dirty="0"/>
              <a:t>Sharing memory among many processes</a:t>
            </a:r>
          </a:p>
          <a:p>
            <a:pPr>
              <a:buFont typeface="Wingdings" panose="05000000000000000000" pitchFamily="2" charset="2"/>
              <a:buChar char="q"/>
            </a:pPr>
            <a:r>
              <a:rPr lang="en-US" b="0" dirty="0"/>
              <a:t>Storage(Disk) Management</a:t>
            </a:r>
          </a:p>
          <a:p>
            <a:pPr lvl="4"/>
            <a:r>
              <a:rPr lang="en-US" b="0" dirty="0"/>
              <a:t>Providing file abstraction, Managing files</a:t>
            </a:r>
          </a:p>
          <a:p>
            <a:pPr lvl="4"/>
            <a:r>
              <a:rPr lang="en-US" b="0" dirty="0"/>
              <a:t>Mapping files to disk blocks, disk scheduling</a:t>
            </a:r>
          </a:p>
          <a:p>
            <a:pPr>
              <a:buFont typeface="Wingdings" panose="05000000000000000000" pitchFamily="2" charset="2"/>
              <a:buChar char="q"/>
            </a:pPr>
            <a:r>
              <a:rPr lang="en-US" b="0" dirty="0"/>
              <a:t>I/O Control and Management</a:t>
            </a:r>
          </a:p>
          <a:p>
            <a:pPr lvl="4"/>
            <a:r>
              <a:rPr lang="en-US" sz="1400" b="0" dirty="0"/>
              <a:t>Device Drivers, Buffering, providing uniform access interface</a:t>
            </a:r>
          </a:p>
          <a:p>
            <a:pPr>
              <a:buFont typeface="Wingdings" panose="05000000000000000000" pitchFamily="2" charset="2"/>
              <a:buChar char="q"/>
            </a:pPr>
            <a:r>
              <a:rPr lang="en-US" b="0" dirty="0"/>
              <a:t>Protection and Security</a:t>
            </a:r>
          </a:p>
          <a:p>
            <a:pPr lvl="2">
              <a:buFont typeface="Wingdings" panose="05000000000000000000" pitchFamily="2" charset="2"/>
              <a:buChar char="§"/>
            </a:pPr>
            <a:r>
              <a:rPr lang="en-US" b="0" dirty="0"/>
              <a:t>	Controlled access to resources, preventing processes interfering with each other and OS</a:t>
            </a:r>
          </a:p>
        </p:txBody>
      </p:sp>
      <p:sp>
        <p:nvSpPr>
          <p:cNvPr id="5" name="Footer Placeholder 4"/>
          <p:cNvSpPr>
            <a:spLocks noGrp="1"/>
          </p:cNvSpPr>
          <p:nvPr>
            <p:ph type="ftr" sz="quarter" idx="11"/>
          </p:nvPr>
        </p:nvSpPr>
        <p:spPr/>
        <p:txBody>
          <a:bodyPr/>
          <a:lstStyle/>
          <a:p>
            <a:pPr>
              <a:defRPr/>
            </a:pPr>
            <a:r>
              <a:rPr lang="en-US" altLang="en-US"/>
              <a:t>Department of Computer Science/University of Rwanda</a:t>
            </a:r>
          </a:p>
        </p:txBody>
      </p:sp>
      <p:sp>
        <p:nvSpPr>
          <p:cNvPr id="6" name="Slide Number Placeholder 5"/>
          <p:cNvSpPr>
            <a:spLocks noGrp="1"/>
          </p:cNvSpPr>
          <p:nvPr>
            <p:ph type="sldNum" sz="quarter" idx="12"/>
          </p:nvPr>
        </p:nvSpPr>
        <p:spPr/>
        <p:txBody>
          <a:bodyPr/>
          <a:lstStyle/>
          <a:p>
            <a:pPr>
              <a:defRPr/>
            </a:pPr>
            <a:fld id="{A3413A23-6D3E-46F7-AD32-E21CB0749E15}" type="slidenum">
              <a:rPr lang="en-US" altLang="en-US" smtClean="0"/>
              <a:pPr>
                <a:defRPr/>
              </a:pPr>
              <a:t>35</a:t>
            </a:fld>
            <a:endParaRPr lang="en-US" altLang="en-US"/>
          </a:p>
        </p:txBody>
      </p:sp>
      <p:pic>
        <p:nvPicPr>
          <p:cNvPr id="7" name="Content Placeholder 5"/>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3994" t="21132" r="2233" b="7799"/>
          <a:stretch/>
        </p:blipFill>
        <p:spPr>
          <a:xfrm>
            <a:off x="152400" y="1165225"/>
            <a:ext cx="4267200" cy="4397375"/>
          </a:xfrm>
          <a:prstGeom prst="rect">
            <a:avLst/>
          </a:prstGeom>
        </p:spPr>
      </p:pic>
    </p:spTree>
    <p:extLst>
      <p:ext uri="{BB962C8B-B14F-4D97-AF65-F5344CB8AC3E}">
        <p14:creationId xmlns:p14="http://schemas.microsoft.com/office/powerpoint/2010/main" val="1311829732"/>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Process Management</a:t>
            </a:r>
          </a:p>
        </p:txBody>
      </p:sp>
      <p:sp>
        <p:nvSpPr>
          <p:cNvPr id="3" name="Content Placeholder 2"/>
          <p:cNvSpPr>
            <a:spLocks noGrp="1"/>
          </p:cNvSpPr>
          <p:nvPr>
            <p:ph idx="1"/>
          </p:nvPr>
        </p:nvSpPr>
        <p:spPr>
          <a:xfrm>
            <a:off x="496019" y="1219200"/>
            <a:ext cx="8001000" cy="4800600"/>
          </a:xfrm>
        </p:spPr>
        <p:txBody>
          <a:bodyPr/>
          <a:lstStyle/>
          <a:p>
            <a:r>
              <a:rPr lang="en-US" sz="1800" b="0" dirty="0"/>
              <a:t>A process is a program in execution. It is a unit of work within the system, program is  a passive entity while a process is an active entity</a:t>
            </a:r>
          </a:p>
          <a:p>
            <a:r>
              <a:rPr lang="en-US" sz="1800" b="0" dirty="0"/>
              <a:t>Process executes instructions sequentially, one at a time, until completion</a:t>
            </a:r>
          </a:p>
          <a:p>
            <a:pPr>
              <a:buFont typeface="Wingdings" panose="05000000000000000000" pitchFamily="2" charset="2"/>
              <a:buChar char="q"/>
            </a:pPr>
            <a:r>
              <a:rPr lang="en-US" sz="1800" b="0" dirty="0"/>
              <a:t>Process needs resources to accomplish its task(CPU, Memory, I/O, Files).</a:t>
            </a:r>
          </a:p>
          <a:p>
            <a:pPr>
              <a:buFont typeface="Wingdings" panose="05000000000000000000" pitchFamily="2" charset="2"/>
              <a:buChar char="q"/>
            </a:pPr>
            <a:r>
              <a:rPr lang="en-US" sz="1800" b="0" dirty="0"/>
              <a:t>Typically system has many processes(Some user, Some operating system) running  concurrently on one or more CPUs</a:t>
            </a:r>
          </a:p>
          <a:p>
            <a:pPr marL="0" indent="0">
              <a:buNone/>
            </a:pPr>
            <a:r>
              <a:rPr lang="en-US" sz="1800" b="0" dirty="0"/>
              <a:t>	Concurrency by multiplexing the CPUs among the processes/Threads.</a:t>
            </a:r>
          </a:p>
          <a:p>
            <a:pPr>
              <a:buFont typeface="Wingdings" panose="05000000000000000000" pitchFamily="2" charset="2"/>
              <a:buChar char="q"/>
            </a:pPr>
            <a:r>
              <a:rPr lang="en-US" sz="1800" b="0" dirty="0"/>
              <a:t>Upon Process completion, resources are released.</a:t>
            </a:r>
          </a:p>
          <a:p>
            <a:pPr marL="0" indent="0">
              <a:buNone/>
            </a:pPr>
            <a:r>
              <a:rPr lang="en-US" sz="1800" b="0" dirty="0"/>
              <a:t>	</a:t>
            </a:r>
            <a:r>
              <a:rPr lang="en-US" sz="2000" b="0" u="sng" dirty="0">
                <a:solidFill>
                  <a:srgbClr val="FF0000"/>
                </a:solidFill>
              </a:rPr>
              <a:t>Process Management Activities</a:t>
            </a:r>
          </a:p>
          <a:p>
            <a:pPr marL="0" indent="0">
              <a:buNone/>
            </a:pPr>
            <a:r>
              <a:rPr lang="en-US" sz="1800" b="0" dirty="0"/>
              <a:t>The operating System is responsible for the following activities in Process Management</a:t>
            </a:r>
          </a:p>
          <a:p>
            <a:pPr lvl="2">
              <a:buFont typeface="Arial" panose="020B0604020202020204" pitchFamily="34" charset="0"/>
              <a:buChar char="•"/>
            </a:pPr>
            <a:r>
              <a:rPr lang="en-US" sz="1700" b="0" dirty="0"/>
              <a:t>Creating and deleting both user and system processes</a:t>
            </a:r>
          </a:p>
          <a:p>
            <a:pPr lvl="2">
              <a:buFont typeface="Arial" panose="020B0604020202020204" pitchFamily="34" charset="0"/>
              <a:buChar char="•"/>
            </a:pPr>
            <a:r>
              <a:rPr lang="en-US" sz="1700" b="0" dirty="0"/>
              <a:t>Suspending and resuming process</a:t>
            </a:r>
          </a:p>
          <a:p>
            <a:pPr lvl="2">
              <a:buFont typeface="Arial" panose="020B0604020202020204" pitchFamily="34" charset="0"/>
              <a:buChar char="•"/>
            </a:pPr>
            <a:r>
              <a:rPr lang="en-US" sz="1700" b="0" dirty="0"/>
              <a:t>Providing mechanisms for process synchronization</a:t>
            </a:r>
          </a:p>
          <a:p>
            <a:pPr lvl="2">
              <a:buFont typeface="Arial" panose="020B0604020202020204" pitchFamily="34" charset="0"/>
              <a:buChar char="•"/>
            </a:pPr>
            <a:r>
              <a:rPr lang="en-US" sz="1700" b="0" dirty="0"/>
              <a:t>Providing mechanisms for process communication</a:t>
            </a:r>
          </a:p>
          <a:p>
            <a:pPr lvl="2">
              <a:buFont typeface="Arial" panose="020B0604020202020204" pitchFamily="34" charset="0"/>
              <a:buChar char="•"/>
            </a:pPr>
            <a:r>
              <a:rPr lang="en-US" sz="1700" b="0" dirty="0"/>
              <a:t>Providing mechanisms for deadlock handling</a:t>
            </a:r>
          </a:p>
          <a:p>
            <a:pPr marL="0" indent="0">
              <a:buNone/>
            </a:pPr>
            <a:endParaRPr lang="en-US" sz="1800" b="0"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36</a:t>
            </a:fld>
            <a:endParaRPr lang="en-US" altLang="en-US"/>
          </a:p>
        </p:txBody>
      </p:sp>
    </p:spTree>
    <p:extLst>
      <p:ext uri="{BB962C8B-B14F-4D97-AF65-F5344CB8AC3E}">
        <p14:creationId xmlns:p14="http://schemas.microsoft.com/office/powerpoint/2010/main" val="1754738221"/>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0"/>
            <a:ext cx="8001000" cy="755650"/>
          </a:xfrm>
        </p:spPr>
        <p:txBody>
          <a:bodyPr/>
          <a:lstStyle/>
          <a:p>
            <a:r>
              <a:rPr lang="en-US" dirty="0">
                <a:solidFill>
                  <a:srgbClr val="FF0000"/>
                </a:solidFill>
              </a:rPr>
              <a:t>Memory Management</a:t>
            </a:r>
          </a:p>
        </p:txBody>
      </p:sp>
      <p:sp>
        <p:nvSpPr>
          <p:cNvPr id="3" name="Content Placeholder 2"/>
          <p:cNvSpPr>
            <a:spLocks noGrp="1"/>
          </p:cNvSpPr>
          <p:nvPr>
            <p:ph idx="1"/>
          </p:nvPr>
        </p:nvSpPr>
        <p:spPr>
          <a:xfrm>
            <a:off x="545920" y="1219200"/>
            <a:ext cx="8001000" cy="4876800"/>
          </a:xfrm>
        </p:spPr>
        <p:txBody>
          <a:bodyPr/>
          <a:lstStyle/>
          <a:p>
            <a:r>
              <a:rPr lang="en-US" sz="1800" b="0" dirty="0"/>
              <a:t>All data in memory before and after processing</a:t>
            </a:r>
          </a:p>
          <a:p>
            <a:r>
              <a:rPr lang="en-US" sz="1800" b="0" dirty="0"/>
              <a:t>All Instructions in memory in order to execute</a:t>
            </a:r>
          </a:p>
          <a:p>
            <a:r>
              <a:rPr lang="en-US" sz="1800" b="0" dirty="0"/>
              <a:t>Memory management determines what is in memory and when</a:t>
            </a:r>
          </a:p>
          <a:p>
            <a:r>
              <a:rPr lang="en-US" sz="1800" b="0" dirty="0"/>
              <a:t>Memory management activities</a:t>
            </a:r>
          </a:p>
          <a:p>
            <a:pPr lvl="2">
              <a:buFont typeface="Wingdings" panose="05000000000000000000" pitchFamily="2" charset="2"/>
              <a:buChar char="§"/>
            </a:pPr>
            <a:r>
              <a:rPr lang="en-US" sz="1800" b="0" dirty="0"/>
              <a:t>Keeping track of which parts of the memory are currently being used and  by whom</a:t>
            </a:r>
          </a:p>
          <a:p>
            <a:pPr lvl="2">
              <a:buFont typeface="Wingdings" panose="05000000000000000000" pitchFamily="2" charset="2"/>
              <a:buChar char="§"/>
            </a:pPr>
            <a:r>
              <a:rPr lang="en-US" sz="1800" b="0" dirty="0"/>
              <a:t>Deciding which processes(or parts of a process) and data to move into and out of  memory</a:t>
            </a:r>
          </a:p>
          <a:p>
            <a:pPr lvl="2">
              <a:buFont typeface="Wingdings" panose="05000000000000000000" pitchFamily="2" charset="2"/>
              <a:buChar char="§"/>
            </a:pPr>
            <a:r>
              <a:rPr lang="en-US" sz="1800" b="0" dirty="0"/>
              <a:t>Allocating and Deallocating Memory space as needed</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37</a:t>
            </a:fld>
            <a:endParaRPr lang="en-US" alt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9B9BD7B4-E87D-133C-D047-07767410323C}"/>
                  </a:ext>
                </a:extLst>
              </p14:cNvPr>
              <p14:cNvContentPartPr/>
              <p14:nvPr/>
            </p14:nvContentPartPr>
            <p14:xfrm>
              <a:off x="1855440" y="4124520"/>
              <a:ext cx="3988800" cy="1719000"/>
            </p14:xfrm>
          </p:contentPart>
        </mc:Choice>
        <mc:Fallback xmlns="">
          <p:pic>
            <p:nvPicPr>
              <p:cNvPr id="6" name="Ink 5">
                <a:extLst>
                  <a:ext uri="{FF2B5EF4-FFF2-40B4-BE49-F238E27FC236}">
                    <a16:creationId xmlns:a16="http://schemas.microsoft.com/office/drawing/2014/main" id="{9B9BD7B4-E87D-133C-D047-07767410323C}"/>
                  </a:ext>
                </a:extLst>
              </p:cNvPr>
              <p:cNvPicPr/>
              <p:nvPr/>
            </p:nvPicPr>
            <p:blipFill>
              <a:blip r:embed="rId3"/>
              <a:stretch>
                <a:fillRect/>
              </a:stretch>
            </p:blipFill>
            <p:spPr>
              <a:xfrm>
                <a:off x="1846080" y="4115160"/>
                <a:ext cx="4007520" cy="1737720"/>
              </a:xfrm>
              <a:prstGeom prst="rect">
                <a:avLst/>
              </a:prstGeom>
            </p:spPr>
          </p:pic>
        </mc:Fallback>
      </mc:AlternateContent>
    </p:spTree>
    <p:extLst>
      <p:ext uri="{BB962C8B-B14F-4D97-AF65-F5344CB8AC3E}">
        <p14:creationId xmlns:p14="http://schemas.microsoft.com/office/powerpoint/2010/main" val="2222795689"/>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Process Address Space</a:t>
            </a:r>
          </a:p>
        </p:txBody>
      </p:sp>
      <p:sp>
        <p:nvSpPr>
          <p:cNvPr id="3" name="Content Placeholder 2"/>
          <p:cNvSpPr>
            <a:spLocks noGrp="1"/>
          </p:cNvSpPr>
          <p:nvPr>
            <p:ph idx="1"/>
          </p:nvPr>
        </p:nvSpPr>
        <p:spPr/>
        <p:txBody>
          <a:bodyPr/>
          <a:lstStyle/>
          <a:p>
            <a:pPr marL="0" indent="0">
              <a:buNone/>
            </a:pPr>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38</a:t>
            </a:fld>
            <a:endParaRPr lang="en-US" altLang="en-US"/>
          </a:p>
        </p:txBody>
      </p:sp>
      <p:pic>
        <p:nvPicPr>
          <p:cNvPr id="6" name="Picture 5" descr="http://slideplayer.com/slide/5239360/16/images/41/Process+Address+Space+max+stack+Physical+Main+Memory+a+process+RAM.jpg"/>
          <p:cNvPicPr/>
          <p:nvPr/>
        </p:nvPicPr>
        <p:blipFill rotWithShape="1">
          <a:blip r:embed="rId2">
            <a:extLst>
              <a:ext uri="{28A0092B-C50C-407E-A947-70E740481C1C}">
                <a14:useLocalDpi xmlns:a14="http://schemas.microsoft.com/office/drawing/2010/main" val="0"/>
              </a:ext>
            </a:extLst>
          </a:blip>
          <a:srcRect l="3460" t="26719" r="3363" b="11090"/>
          <a:stretch/>
        </p:blipFill>
        <p:spPr bwMode="auto">
          <a:xfrm>
            <a:off x="838200" y="2209800"/>
            <a:ext cx="6553200" cy="3369574"/>
          </a:xfrm>
          <a:prstGeom prst="rect">
            <a:avLst/>
          </a:prstGeom>
          <a:noFill/>
          <a:ln>
            <a:noFill/>
          </a:ln>
        </p:spPr>
      </p:pic>
    </p:spTree>
    <p:extLst>
      <p:ext uri="{BB962C8B-B14F-4D97-AF65-F5344CB8AC3E}">
        <p14:creationId xmlns:p14="http://schemas.microsoft.com/office/powerpoint/2010/main" val="2121539576"/>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906" y="3428999"/>
            <a:ext cx="5985294" cy="421945"/>
          </a:xfrm>
        </p:spPr>
        <p:txBody>
          <a:bodyPr/>
          <a:lstStyle/>
          <a:p>
            <a:r>
              <a:rPr lang="en-US" dirty="0">
                <a:solidFill>
                  <a:srgbClr val="FF0000"/>
                </a:solidFill>
              </a:rPr>
              <a:t>Mass-Storage Management</a:t>
            </a:r>
          </a:p>
        </p:txBody>
      </p:sp>
      <p:sp>
        <p:nvSpPr>
          <p:cNvPr id="3" name="Content Placeholder 2"/>
          <p:cNvSpPr>
            <a:spLocks noGrp="1"/>
          </p:cNvSpPr>
          <p:nvPr>
            <p:ph idx="1"/>
          </p:nvPr>
        </p:nvSpPr>
        <p:spPr>
          <a:xfrm>
            <a:off x="457200" y="1219200"/>
            <a:ext cx="8001000" cy="4953000"/>
          </a:xfrm>
        </p:spPr>
        <p:txBody>
          <a:bodyPr/>
          <a:lstStyle/>
          <a:p>
            <a:r>
              <a:rPr lang="en-US" sz="1800" b="0" dirty="0"/>
              <a:t>OS provides  uniform, logical view of information storage</a:t>
            </a:r>
          </a:p>
          <a:p>
            <a:pPr lvl="1"/>
            <a:r>
              <a:rPr lang="en-US" sz="1400" b="0" dirty="0"/>
              <a:t>Abstracts physical properties to logical storage unit-File</a:t>
            </a:r>
          </a:p>
          <a:p>
            <a:pPr lvl="3"/>
            <a:r>
              <a:rPr lang="en-US" sz="1000" b="0" dirty="0"/>
              <a:t>Each medium is controlled by device(</a:t>
            </a:r>
            <a:r>
              <a:rPr lang="en-US" sz="1000" b="0" dirty="0" err="1"/>
              <a:t>i.e</a:t>
            </a:r>
            <a:r>
              <a:rPr lang="en-US" sz="1000" b="0" dirty="0"/>
              <a:t> disk drive, tape drive)</a:t>
            </a:r>
          </a:p>
          <a:p>
            <a:pPr lvl="4"/>
            <a:r>
              <a:rPr lang="en-US" sz="1000" b="0" dirty="0"/>
              <a:t>Varying Properties include access speed, Capacity, data-transfer rate, access method(Sequential or random)</a:t>
            </a:r>
          </a:p>
          <a:p>
            <a:r>
              <a:rPr lang="en-US" sz="1400" b="0" dirty="0"/>
              <a:t>File System  Management</a:t>
            </a:r>
          </a:p>
          <a:p>
            <a:pPr lvl="3"/>
            <a:r>
              <a:rPr lang="en-US" sz="1100" b="0" dirty="0"/>
              <a:t>Files Usually organized into directories</a:t>
            </a:r>
          </a:p>
          <a:p>
            <a:pPr lvl="3"/>
            <a:r>
              <a:rPr lang="en-US" sz="1100" b="0" dirty="0"/>
              <a:t>Access Control on most systems to determine who can access what</a:t>
            </a:r>
          </a:p>
          <a:p>
            <a:pPr lvl="3"/>
            <a:r>
              <a:rPr lang="en-US" sz="1100" b="0" dirty="0"/>
              <a:t>OS activities include</a:t>
            </a:r>
          </a:p>
          <a:p>
            <a:pPr lvl="4"/>
            <a:r>
              <a:rPr lang="en-US" sz="1000" b="0" dirty="0"/>
              <a:t>Creating  ad deleting files and directories, primitives to manipulate files/dirs., Mapping files onto secondary storage</a:t>
            </a:r>
          </a:p>
          <a:p>
            <a:pPr marL="0" indent="0">
              <a:buNone/>
            </a:pPr>
            <a:endParaRPr lang="en-US" sz="1400" b="0" dirty="0"/>
          </a:p>
          <a:p>
            <a:pPr marL="0" indent="0">
              <a:buNone/>
            </a:pPr>
            <a:endParaRPr lang="en-US" sz="1400" b="0" dirty="0"/>
          </a:p>
          <a:p>
            <a:pPr marL="0" indent="0">
              <a:buNone/>
            </a:pPr>
            <a:endParaRPr lang="en-US" sz="1400" b="0" dirty="0"/>
          </a:p>
          <a:p>
            <a:pPr>
              <a:buFont typeface="Wingdings" panose="05000000000000000000" pitchFamily="2" charset="2"/>
              <a:buChar char="§"/>
            </a:pPr>
            <a:r>
              <a:rPr lang="en-US" sz="1400" b="0" dirty="0"/>
              <a:t>Mass Storage : Disk</a:t>
            </a:r>
            <a:r>
              <a:rPr lang="en-US" sz="1400" b="0" dirty="0">
                <a:sym typeface="Wingdings" panose="05000000000000000000" pitchFamily="2" charset="2"/>
              </a:rPr>
              <a:t>(Secondary), Tapes, CDs, </a:t>
            </a:r>
            <a:r>
              <a:rPr lang="en-US" sz="1400" b="0" dirty="0" err="1">
                <a:sym typeface="Wingdings" panose="05000000000000000000" pitchFamily="2" charset="2"/>
              </a:rPr>
              <a:t>etc</a:t>
            </a:r>
            <a:r>
              <a:rPr lang="en-US" sz="1400" b="0" dirty="0">
                <a:sym typeface="Wingdings" panose="05000000000000000000" pitchFamily="2" charset="2"/>
              </a:rPr>
              <a:t> ( tertiary)</a:t>
            </a:r>
          </a:p>
          <a:p>
            <a:pPr>
              <a:buFont typeface="Wingdings" panose="05000000000000000000" pitchFamily="2" charset="2"/>
              <a:buChar char="§"/>
            </a:pPr>
            <a:r>
              <a:rPr lang="en-US" sz="1400" b="0" dirty="0">
                <a:sym typeface="Wingdings" panose="05000000000000000000" pitchFamily="2" charset="2"/>
              </a:rPr>
              <a:t>Disk store data that does not fit into memory and to be stored for a long time; Proper management is of central importance</a:t>
            </a:r>
          </a:p>
          <a:p>
            <a:pPr>
              <a:buFont typeface="Wingdings" panose="05000000000000000000" pitchFamily="2" charset="2"/>
              <a:buChar char="§"/>
            </a:pPr>
            <a:r>
              <a:rPr lang="en-US" sz="1400" b="0" dirty="0">
                <a:sym typeface="Wingdings" panose="05000000000000000000" pitchFamily="2" charset="2"/>
              </a:rPr>
              <a:t>Entire Speed of   computer  operation may depend on the disk subsystem and its algorithms.</a:t>
            </a:r>
          </a:p>
          <a:p>
            <a:pPr marL="0" indent="0">
              <a:buNone/>
            </a:pPr>
            <a:r>
              <a:rPr lang="en-US" sz="1400" u="sng" dirty="0">
                <a:solidFill>
                  <a:srgbClr val="FF0000"/>
                </a:solidFill>
                <a:sym typeface="Wingdings" panose="05000000000000000000" pitchFamily="2" charset="2"/>
              </a:rPr>
              <a:t>OS activities</a:t>
            </a:r>
            <a:r>
              <a:rPr lang="en-US" sz="1400" dirty="0">
                <a:sym typeface="Wingdings" panose="05000000000000000000" pitchFamily="2" charset="2"/>
              </a:rPr>
              <a:t>: </a:t>
            </a:r>
            <a:r>
              <a:rPr lang="en-US" sz="1400" b="0" dirty="0">
                <a:sym typeface="Wingdings" panose="05000000000000000000" pitchFamily="2" charset="2"/>
              </a:rPr>
              <a:t>(Free-Space management; storage allocation , Disk Scheduling)</a:t>
            </a:r>
          </a:p>
          <a:p>
            <a:pPr marL="0" indent="0">
              <a:buNone/>
            </a:pPr>
            <a:r>
              <a:rPr lang="en-US" sz="1400" b="0" dirty="0"/>
              <a:t>Some storage need not to be fast</a:t>
            </a:r>
          </a:p>
          <a:p>
            <a:pPr marL="0" indent="0">
              <a:buNone/>
            </a:pPr>
            <a:r>
              <a:rPr lang="en-US" sz="1400" b="0" dirty="0"/>
              <a:t>Tertiary storage includes optical storage, magnetic tape: Still has to be managed</a:t>
            </a:r>
          </a:p>
        </p:txBody>
      </p:sp>
      <p:sp>
        <p:nvSpPr>
          <p:cNvPr id="4" name="Footer Placeholder 3"/>
          <p:cNvSpPr>
            <a:spLocks noGrp="1"/>
          </p:cNvSpPr>
          <p:nvPr>
            <p:ph type="ftr" sz="quarter" idx="11"/>
          </p:nvPr>
        </p:nvSpPr>
        <p:spPr/>
        <p:txBody>
          <a:bodyPr/>
          <a:lstStyle/>
          <a:p>
            <a:pPr>
              <a:defRPr/>
            </a:pPr>
            <a:r>
              <a:rPr lang="en-US" altLang="en-US" dirty="0"/>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39</a:t>
            </a:fld>
            <a:endParaRPr lang="en-US" altLang="en-US"/>
          </a:p>
        </p:txBody>
      </p:sp>
      <p:sp>
        <p:nvSpPr>
          <p:cNvPr id="6" name="Title 1"/>
          <p:cNvSpPr txBox="1">
            <a:spLocks/>
          </p:cNvSpPr>
          <p:nvPr/>
        </p:nvSpPr>
        <p:spPr bwMode="auto">
          <a:xfrm>
            <a:off x="762000" y="152400"/>
            <a:ext cx="80010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fontAlgn="base">
              <a:spcBef>
                <a:spcPct val="0"/>
              </a:spcBef>
              <a:spcAft>
                <a:spcPct val="0"/>
              </a:spcAft>
              <a:defRPr sz="2800" b="1">
                <a:solidFill>
                  <a:schemeClr val="tx2"/>
                </a:solidFill>
                <a:latin typeface="+mj-lt"/>
                <a:ea typeface="+mj-ea"/>
                <a:cs typeface="楷体_GB2312"/>
              </a:defRPr>
            </a:lvl1pPr>
            <a:lvl2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2pPr>
            <a:lvl3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3pPr>
            <a:lvl4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4pPr>
            <a:lvl5pPr algn="l" rtl="0" fontAlgn="base">
              <a:spcBef>
                <a:spcPct val="0"/>
              </a:spcBef>
              <a:spcAft>
                <a:spcPct val="0"/>
              </a:spcAft>
              <a:defRPr sz="2800" b="1">
                <a:solidFill>
                  <a:schemeClr val="tx2"/>
                </a:solidFill>
                <a:latin typeface="Arial Narrow" pitchFamily="34" charset="0"/>
                <a:ea typeface="楷体_GB2312" pitchFamily="49" charset="-122"/>
                <a:cs typeface="楷体_GB2312"/>
              </a:defRPr>
            </a:lvl5pPr>
            <a:lvl6pPr marL="3429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6pPr>
            <a:lvl7pPr marL="6858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7pPr>
            <a:lvl8pPr marL="10287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8pPr>
            <a:lvl9pPr marL="1371600" algn="l" rtl="0" eaLnBrk="1" fontAlgn="base" hangingPunct="1">
              <a:spcBef>
                <a:spcPct val="0"/>
              </a:spcBef>
              <a:spcAft>
                <a:spcPct val="0"/>
              </a:spcAft>
              <a:defRPr sz="2850" b="1">
                <a:solidFill>
                  <a:schemeClr val="tx2"/>
                </a:solidFill>
                <a:latin typeface="Arial Narrow" pitchFamily="34" charset="0"/>
                <a:ea typeface="楷体_GB2312" pitchFamily="49" charset="-122"/>
              </a:defRPr>
            </a:lvl9pPr>
          </a:lstStyle>
          <a:p>
            <a:pPr eaLnBrk="1" hangingPunct="1"/>
            <a:r>
              <a:rPr lang="en-US" kern="0" dirty="0">
                <a:solidFill>
                  <a:srgbClr val="FF0000"/>
                </a:solidFill>
              </a:rPr>
              <a:t>Storage Management</a:t>
            </a:r>
          </a:p>
        </p:txBody>
      </p:sp>
    </p:spTree>
    <p:extLst>
      <p:ext uri="{BB962C8B-B14F-4D97-AF65-F5344CB8AC3E}">
        <p14:creationId xmlns:p14="http://schemas.microsoft.com/office/powerpoint/2010/main" val="533372289"/>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Performance of different levels of storage</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40</a:t>
            </a:fld>
            <a:endParaRPr lang="en-US" altLang="en-US"/>
          </a:p>
        </p:txBody>
      </p:sp>
      <p:pic>
        <p:nvPicPr>
          <p:cNvPr id="6" name="Content Placeholder 5" descr="https://www.cs.uic.edu/~jbell/CourseNotes/OperatingSystems/images/Chapter1/1_11_StoragePerformance.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721527"/>
            <a:ext cx="5181600" cy="1828800"/>
          </a:xfrm>
          <a:prstGeom prst="rect">
            <a:avLst/>
          </a:prstGeom>
          <a:noFill/>
          <a:ln>
            <a:noFill/>
          </a:ln>
        </p:spPr>
      </p:pic>
      <p:sp>
        <p:nvSpPr>
          <p:cNvPr id="8" name="TextBox 7"/>
          <p:cNvSpPr txBox="1"/>
          <p:nvPr/>
        </p:nvSpPr>
        <p:spPr>
          <a:xfrm>
            <a:off x="381000" y="1075196"/>
            <a:ext cx="6629400" cy="646331"/>
          </a:xfrm>
          <a:prstGeom prst="rect">
            <a:avLst/>
          </a:prstGeom>
          <a:noFill/>
        </p:spPr>
        <p:txBody>
          <a:bodyPr wrap="square" rtlCol="0">
            <a:spAutoFit/>
          </a:bodyPr>
          <a:lstStyle/>
          <a:p>
            <a:r>
              <a:rPr lang="en-US" dirty="0"/>
              <a:t>Movement between levels of  storage hierarchy can be explicit or implicit</a:t>
            </a:r>
          </a:p>
        </p:txBody>
      </p:sp>
    </p:spTree>
    <p:extLst>
      <p:ext uri="{BB962C8B-B14F-4D97-AF65-F5344CB8AC3E}">
        <p14:creationId xmlns:p14="http://schemas.microsoft.com/office/powerpoint/2010/main" val="2177599150"/>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867" y="0"/>
            <a:ext cx="8001000" cy="755650"/>
          </a:xfrm>
        </p:spPr>
        <p:txBody>
          <a:bodyPr/>
          <a:lstStyle/>
          <a:p>
            <a:r>
              <a:rPr lang="en-US" dirty="0">
                <a:solidFill>
                  <a:srgbClr val="FF0000"/>
                </a:solidFill>
              </a:rPr>
              <a:t>Migration of integer A From Disk to Registe</a:t>
            </a:r>
            <a:r>
              <a:rPr lang="en-US" dirty="0"/>
              <a:t>r</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41</a:t>
            </a:fld>
            <a:endParaRPr lang="en-US" altLang="en-US"/>
          </a:p>
        </p:txBody>
      </p:sp>
      <p:pic>
        <p:nvPicPr>
          <p:cNvPr id="7" name="Content Placeholder 6" descr="Image result for migration of integer a from disk to register"/>
          <p:cNvPicPr>
            <a:picLocks noGrp="1"/>
          </p:cNvPicPr>
          <p:nvPr>
            <p:ph idx="1"/>
          </p:nvPr>
        </p:nvPicPr>
        <p:blipFill rotWithShape="1">
          <a:blip r:embed="rId2">
            <a:extLst>
              <a:ext uri="{28A0092B-C50C-407E-A947-70E740481C1C}">
                <a14:useLocalDpi xmlns:a14="http://schemas.microsoft.com/office/drawing/2010/main" val="0"/>
              </a:ext>
            </a:extLst>
          </a:blip>
          <a:srcRect t="21428" r="2958" b="5357"/>
          <a:stretch/>
        </p:blipFill>
        <p:spPr bwMode="auto">
          <a:xfrm>
            <a:off x="574675" y="1295400"/>
            <a:ext cx="5521325" cy="3124200"/>
          </a:xfrm>
          <a:prstGeom prst="rect">
            <a:avLst/>
          </a:prstGeom>
          <a:noFill/>
          <a:ln>
            <a:noFill/>
          </a:ln>
        </p:spPr>
      </p:pic>
    </p:spTree>
    <p:extLst>
      <p:ext uri="{BB962C8B-B14F-4D97-AF65-F5344CB8AC3E}">
        <p14:creationId xmlns:p14="http://schemas.microsoft.com/office/powerpoint/2010/main" val="595576781"/>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156713"/>
            <a:ext cx="8001000" cy="755650"/>
          </a:xfrm>
        </p:spPr>
        <p:txBody>
          <a:bodyPr/>
          <a:lstStyle/>
          <a:p>
            <a:r>
              <a:rPr lang="en-US" dirty="0">
                <a:solidFill>
                  <a:srgbClr val="FF0000"/>
                </a:solidFill>
              </a:rPr>
              <a:t>I/O Subsystem</a:t>
            </a:r>
          </a:p>
        </p:txBody>
      </p:sp>
      <p:sp>
        <p:nvSpPr>
          <p:cNvPr id="3" name="Content Placeholder 2"/>
          <p:cNvSpPr>
            <a:spLocks noGrp="1"/>
          </p:cNvSpPr>
          <p:nvPr>
            <p:ph idx="1"/>
          </p:nvPr>
        </p:nvSpPr>
        <p:spPr/>
        <p:txBody>
          <a:bodyPr/>
          <a:lstStyle/>
          <a:p>
            <a:r>
              <a:rPr lang="en-US" sz="1800" b="0" dirty="0"/>
              <a:t>One purpose of OS is to hide peculiarities of hardware devices from the user</a:t>
            </a:r>
          </a:p>
          <a:p>
            <a:r>
              <a:rPr lang="en-US" sz="1800" b="0" dirty="0"/>
              <a:t>I/O subsystem is responsible for </a:t>
            </a:r>
          </a:p>
          <a:p>
            <a:pPr lvl="3"/>
            <a:r>
              <a:rPr lang="en-US" sz="1400" b="0" dirty="0"/>
              <a:t>Memory management of I/O including buffering (storing data temporarily while it is being transferred), caching (Storing parts of  data in faster storage for performance)</a:t>
            </a:r>
          </a:p>
          <a:p>
            <a:pPr lvl="3"/>
            <a:r>
              <a:rPr lang="en-US" sz="1400" b="0" dirty="0"/>
              <a:t>General Device-Driver interface</a:t>
            </a:r>
          </a:p>
          <a:p>
            <a:pPr lvl="3"/>
            <a:r>
              <a:rPr lang="en-US" sz="1400" b="0" dirty="0"/>
              <a:t>Drivers for specific hardware devices</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42</a:t>
            </a:fld>
            <a:endParaRPr lang="en-US" altLang="en-US"/>
          </a:p>
        </p:txBody>
      </p:sp>
      <p:sp>
        <p:nvSpPr>
          <p:cNvPr id="6" name="Rectangle 5"/>
          <p:cNvSpPr/>
          <p:nvPr/>
        </p:nvSpPr>
        <p:spPr bwMode="auto">
          <a:xfrm>
            <a:off x="1828800" y="3352800"/>
            <a:ext cx="3962400" cy="26670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a typeface="宋体" pitchFamily="2" charset="-122"/>
            </a:endParaRPr>
          </a:p>
        </p:txBody>
      </p:sp>
      <p:sp>
        <p:nvSpPr>
          <p:cNvPr id="7" name="Rectangle 6"/>
          <p:cNvSpPr/>
          <p:nvPr/>
        </p:nvSpPr>
        <p:spPr bwMode="auto">
          <a:xfrm>
            <a:off x="2438400" y="3429000"/>
            <a:ext cx="2743200" cy="9906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600" dirty="0">
                <a:latin typeface="Verdana" pitchFamily="34" charset="0"/>
                <a:ea typeface="宋体" pitchFamily="2" charset="-122"/>
              </a:rPr>
              <a:t>Buffering</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ea typeface="宋体" pitchFamily="2" charset="-122"/>
              </a:rPr>
              <a:t>Caching</a:t>
            </a:r>
          </a:p>
        </p:txBody>
      </p:sp>
      <p:sp>
        <p:nvSpPr>
          <p:cNvPr id="8" name="Rectangle 7"/>
          <p:cNvSpPr/>
          <p:nvPr/>
        </p:nvSpPr>
        <p:spPr bwMode="auto">
          <a:xfrm>
            <a:off x="2459966" y="4495800"/>
            <a:ext cx="2743200" cy="3810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ea typeface="宋体" pitchFamily="2" charset="-122"/>
              </a:rPr>
              <a:t>Uniform</a:t>
            </a:r>
            <a:r>
              <a:rPr kumimoji="0" lang="en-US" sz="1600" b="0" i="0" u="none" strike="noStrike" cap="none" normalizeH="0" dirty="0">
                <a:ln>
                  <a:noFill/>
                </a:ln>
                <a:solidFill>
                  <a:schemeClr val="tx1"/>
                </a:solidFill>
                <a:effectLst/>
                <a:latin typeface="Verdana" pitchFamily="34" charset="0"/>
                <a:ea typeface="宋体" pitchFamily="2" charset="-122"/>
              </a:rPr>
              <a:t> driver interface</a:t>
            </a:r>
            <a:endParaRPr kumimoji="0" lang="en-US" sz="1600" b="0" i="0" u="none" strike="noStrike" cap="none" normalizeH="0" baseline="0" dirty="0">
              <a:ln>
                <a:noFill/>
              </a:ln>
              <a:solidFill>
                <a:schemeClr val="tx1"/>
              </a:solidFill>
              <a:effectLst/>
              <a:latin typeface="Verdana" pitchFamily="34" charset="0"/>
              <a:ea typeface="宋体" pitchFamily="2" charset="-122"/>
            </a:endParaRPr>
          </a:p>
        </p:txBody>
      </p:sp>
      <p:sp>
        <p:nvSpPr>
          <p:cNvPr id="9" name="Rectangle 8"/>
          <p:cNvSpPr/>
          <p:nvPr/>
        </p:nvSpPr>
        <p:spPr bwMode="auto">
          <a:xfrm>
            <a:off x="2459966" y="4982054"/>
            <a:ext cx="2743200" cy="732946"/>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Verdana" pitchFamily="34" charset="0"/>
                <a:ea typeface="宋体" pitchFamily="2" charset="-122"/>
              </a:rPr>
              <a:t>Device Drivers</a:t>
            </a:r>
          </a:p>
        </p:txBody>
      </p:sp>
      <p:sp>
        <p:nvSpPr>
          <p:cNvPr id="10" name="Rectangle 9"/>
          <p:cNvSpPr/>
          <p:nvPr/>
        </p:nvSpPr>
        <p:spPr bwMode="auto">
          <a:xfrm rot="16200000">
            <a:off x="5109145" y="4303540"/>
            <a:ext cx="2662687" cy="761206"/>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Verdana" pitchFamily="34" charset="0"/>
                <a:ea typeface="宋体" pitchFamily="2" charset="-122"/>
              </a:rPr>
              <a:t>I/</a:t>
            </a:r>
            <a:r>
              <a:rPr kumimoji="0" lang="en-US" b="0" i="0" u="none" strike="noStrike" cap="none" normalizeH="0" baseline="0" dirty="0" err="1">
                <a:ln>
                  <a:noFill/>
                </a:ln>
                <a:solidFill>
                  <a:schemeClr val="tx1"/>
                </a:solidFill>
                <a:effectLst/>
                <a:latin typeface="Verdana" pitchFamily="34" charset="0"/>
                <a:ea typeface="宋体" pitchFamily="2" charset="-122"/>
              </a:rPr>
              <a:t>Os</a:t>
            </a:r>
            <a:r>
              <a:rPr kumimoji="0" lang="en-US" b="0" i="0" u="none" strike="noStrike" cap="none" normalizeH="0" baseline="0" dirty="0">
                <a:ln>
                  <a:noFill/>
                </a:ln>
                <a:solidFill>
                  <a:schemeClr val="tx1"/>
                </a:solidFill>
                <a:effectLst/>
                <a:latin typeface="Verdana" pitchFamily="34" charset="0"/>
                <a:ea typeface="宋体" pitchFamily="2" charset="-122"/>
              </a:rPr>
              <a:t> Sub-system of kernel</a:t>
            </a:r>
          </a:p>
        </p:txBody>
      </p:sp>
    </p:spTree>
    <p:extLst>
      <p:ext uri="{BB962C8B-B14F-4D97-AF65-F5344CB8AC3E}">
        <p14:creationId xmlns:p14="http://schemas.microsoft.com/office/powerpoint/2010/main" val="4215039685"/>
      </p:ext>
    </p:ext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Protection and Security</a:t>
            </a:r>
          </a:p>
        </p:txBody>
      </p:sp>
      <p:sp>
        <p:nvSpPr>
          <p:cNvPr id="3" name="Content Placeholder 2"/>
          <p:cNvSpPr>
            <a:spLocks noGrp="1"/>
          </p:cNvSpPr>
          <p:nvPr>
            <p:ph idx="1"/>
          </p:nvPr>
        </p:nvSpPr>
        <p:spPr/>
        <p:txBody>
          <a:bodyPr/>
          <a:lstStyle/>
          <a:p>
            <a:r>
              <a:rPr lang="en-US" sz="1800" b="0" dirty="0"/>
              <a:t>Protection-Any mechanism for controlling access of processes or users to  resources defined by the OS</a:t>
            </a:r>
          </a:p>
          <a:p>
            <a:r>
              <a:rPr lang="en-US" sz="1800" b="0" dirty="0"/>
              <a:t>Security-Defense of the system against internal and external attacks.</a:t>
            </a:r>
          </a:p>
          <a:p>
            <a:pPr marL="0" indent="0">
              <a:buNone/>
            </a:pPr>
            <a:r>
              <a:rPr lang="en-US" sz="1800" b="0" dirty="0"/>
              <a:t>	-Huge range, including denial-of-service, worms, viruses, identify theft of service</a:t>
            </a:r>
          </a:p>
          <a:p>
            <a:r>
              <a:rPr lang="en-US" sz="1800" b="0" dirty="0"/>
              <a:t>Systems generally first distinguish  among users, to determine who can do what</a:t>
            </a:r>
          </a:p>
          <a:p>
            <a:pPr lvl="3"/>
            <a:r>
              <a:rPr lang="en-US" sz="1400" b="0" dirty="0"/>
              <a:t>User Identities (User IDs, Security IDs) include name and associated number, one per user</a:t>
            </a:r>
          </a:p>
          <a:p>
            <a:pPr lvl="3"/>
            <a:r>
              <a:rPr lang="en-US" sz="1400" b="0" dirty="0"/>
              <a:t>User ID then associated with all files, processes of that user to determine access control</a:t>
            </a:r>
          </a:p>
          <a:p>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43</a:t>
            </a:fld>
            <a:endParaRPr lang="en-US" altLang="en-US"/>
          </a:p>
        </p:txBody>
      </p:sp>
    </p:spTree>
    <p:extLst>
      <p:ext uri="{BB962C8B-B14F-4D97-AF65-F5344CB8AC3E}">
        <p14:creationId xmlns:p14="http://schemas.microsoft.com/office/powerpoint/2010/main" val="3933446540"/>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Distributed Computing</a:t>
            </a:r>
          </a:p>
        </p:txBody>
      </p:sp>
      <p:sp>
        <p:nvSpPr>
          <p:cNvPr id="3" name="Content Placeholder 2"/>
          <p:cNvSpPr>
            <a:spLocks noGrp="1"/>
          </p:cNvSpPr>
          <p:nvPr>
            <p:ph idx="1"/>
          </p:nvPr>
        </p:nvSpPr>
        <p:spPr>
          <a:xfrm>
            <a:off x="1047750" y="1246068"/>
            <a:ext cx="8001000" cy="4267200"/>
          </a:xfrm>
        </p:spPr>
        <p:txBody>
          <a:bodyPr/>
          <a:lstStyle/>
          <a:p>
            <a:r>
              <a:rPr lang="en-US" sz="1800" b="0" dirty="0"/>
              <a:t>Earlier system  executed tasks on a single system</a:t>
            </a:r>
          </a:p>
          <a:p>
            <a:r>
              <a:rPr lang="en-US" sz="1800" b="0" dirty="0"/>
              <a:t>Now days we have systems interconnected together, </a:t>
            </a:r>
          </a:p>
          <a:p>
            <a:pPr marL="0" indent="0">
              <a:buNone/>
            </a:pPr>
            <a:r>
              <a:rPr lang="en-US" sz="1800" b="0" dirty="0"/>
              <a:t>enabling distributed computing, resource sharing, </a:t>
            </a:r>
            <a:r>
              <a:rPr lang="en-US" sz="1800" b="0" dirty="0" err="1"/>
              <a:t>etc</a:t>
            </a:r>
            <a:endParaRPr lang="en-US" sz="1800" b="0" dirty="0"/>
          </a:p>
          <a:p>
            <a:pPr>
              <a:buFont typeface="Wingdings" panose="05000000000000000000" pitchFamily="2" charset="2"/>
              <a:buChar char="q"/>
            </a:pPr>
            <a:r>
              <a:rPr lang="en-US" sz="1800" b="0" dirty="0"/>
              <a:t>Operating Systems have support now for networking multiple systems, distributing file storage , accessing remote resources, </a:t>
            </a:r>
            <a:r>
              <a:rPr lang="en-US" sz="1800" b="0" dirty="0" err="1"/>
              <a:t>etc</a:t>
            </a:r>
            <a:endParaRPr lang="en-US" sz="1800" b="0" dirty="0"/>
          </a:p>
          <a:p>
            <a:pPr>
              <a:buFont typeface="Wingdings" panose="05000000000000000000" pitchFamily="2" charset="2"/>
              <a:buChar char="q"/>
            </a:pPr>
            <a:r>
              <a:rPr lang="en-US" sz="1800" b="0" dirty="0"/>
              <a:t>Hence the computing environment  computing environment is </a:t>
            </a:r>
            <a:r>
              <a:rPr lang="en-US" sz="1800" b="0" dirty="0" err="1"/>
              <a:t>nolonger</a:t>
            </a:r>
            <a:r>
              <a:rPr lang="en-US" sz="1800" b="0" dirty="0"/>
              <a:t> a single system.</a:t>
            </a:r>
          </a:p>
          <a:p>
            <a:pPr marL="0" indent="0">
              <a:buNone/>
            </a:pPr>
            <a:r>
              <a:rPr lang="en-US" sz="1800" b="0" dirty="0"/>
              <a:t>	-It can consist of many systems used in different ways</a:t>
            </a:r>
          </a:p>
          <a:p>
            <a:pPr marL="0" indent="0">
              <a:buNone/>
            </a:pPr>
            <a:r>
              <a:rPr lang="en-US" sz="1800" b="0" dirty="0"/>
              <a:t>  </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44</a:t>
            </a:fld>
            <a:endParaRPr lang="en-US" altLang="en-US"/>
          </a:p>
        </p:txBody>
      </p:sp>
      <p:pic>
        <p:nvPicPr>
          <p:cNvPr id="6" name="Picture 5"/>
          <p:cNvPicPr>
            <a:picLocks noChangeAspect="1"/>
          </p:cNvPicPr>
          <p:nvPr/>
        </p:nvPicPr>
        <p:blipFill>
          <a:blip r:embed="rId2"/>
          <a:stretch>
            <a:fillRect/>
          </a:stretch>
        </p:blipFill>
        <p:spPr>
          <a:xfrm>
            <a:off x="6524445" y="1143000"/>
            <a:ext cx="1369443" cy="944443"/>
          </a:xfrm>
          <a:prstGeom prst="rect">
            <a:avLst/>
          </a:prstGeom>
        </p:spPr>
      </p:pic>
      <p:pic>
        <p:nvPicPr>
          <p:cNvPr id="9" name="Picture 8"/>
          <p:cNvPicPr>
            <a:picLocks noChangeAspect="1"/>
          </p:cNvPicPr>
          <p:nvPr/>
        </p:nvPicPr>
        <p:blipFill>
          <a:blip r:embed="rId3"/>
          <a:stretch>
            <a:fillRect/>
          </a:stretch>
        </p:blipFill>
        <p:spPr>
          <a:xfrm>
            <a:off x="3200400" y="3657600"/>
            <a:ext cx="3695700" cy="2352675"/>
          </a:xfrm>
          <a:prstGeom prst="rect">
            <a:avLst/>
          </a:prstGeom>
        </p:spPr>
      </p:pic>
    </p:spTree>
    <p:extLst>
      <p:ext uri="{BB962C8B-B14F-4D97-AF65-F5344CB8AC3E}">
        <p14:creationId xmlns:p14="http://schemas.microsoft.com/office/powerpoint/2010/main" val="144940348"/>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Computing Environments()</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45</a:t>
            </a:fld>
            <a:endParaRPr lang="en-US" altLang="en-US"/>
          </a:p>
        </p:txBody>
      </p:sp>
      <p:pic>
        <p:nvPicPr>
          <p:cNvPr id="8" name="Picture 7"/>
          <p:cNvPicPr>
            <a:picLocks noChangeAspect="1"/>
          </p:cNvPicPr>
          <p:nvPr/>
        </p:nvPicPr>
        <p:blipFill>
          <a:blip r:embed="rId2"/>
          <a:stretch>
            <a:fillRect/>
          </a:stretch>
        </p:blipFill>
        <p:spPr>
          <a:xfrm>
            <a:off x="5226039" y="1039702"/>
            <a:ext cx="4290786" cy="2810026"/>
          </a:xfrm>
          <a:prstGeom prst="rect">
            <a:avLst/>
          </a:prstGeom>
        </p:spPr>
      </p:pic>
      <p:sp>
        <p:nvSpPr>
          <p:cNvPr id="9" name="Rectangle 8"/>
          <p:cNvSpPr/>
          <p:nvPr/>
        </p:nvSpPr>
        <p:spPr bwMode="auto">
          <a:xfrm>
            <a:off x="6090341" y="3363528"/>
            <a:ext cx="4114800" cy="1400175"/>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The dumb terminal is an output</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 device</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 that accepts data from the </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mainframe. And has no processing </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capabilities</a:t>
            </a: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pic>
        <p:nvPicPr>
          <p:cNvPr id="11" name="Picture 10"/>
          <p:cNvPicPr/>
          <p:nvPr/>
        </p:nvPicPr>
        <p:blipFill>
          <a:blip r:embed="rId3">
            <a:extLst>
              <a:ext uri="{28A0092B-C50C-407E-A947-70E740481C1C}">
                <a14:useLocalDpi xmlns:a14="http://schemas.microsoft.com/office/drawing/2010/main" val="0"/>
              </a:ext>
            </a:extLst>
          </a:blip>
          <a:srcRect/>
          <a:stretch>
            <a:fillRect/>
          </a:stretch>
        </p:blipFill>
        <p:spPr bwMode="auto">
          <a:xfrm>
            <a:off x="4580842" y="1766535"/>
            <a:ext cx="1082040" cy="1356360"/>
          </a:xfrm>
          <a:prstGeom prst="rect">
            <a:avLst/>
          </a:prstGeom>
          <a:noFill/>
          <a:ln>
            <a:noFill/>
          </a:ln>
        </p:spPr>
      </p:pic>
      <p:sp>
        <p:nvSpPr>
          <p:cNvPr id="12" name="Rectangle 11"/>
          <p:cNvSpPr/>
          <p:nvPr/>
        </p:nvSpPr>
        <p:spPr bwMode="auto">
          <a:xfrm>
            <a:off x="4267200" y="3350679"/>
            <a:ext cx="1981200" cy="13716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  Single System</a:t>
            </a: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Verdana" pitchFamily="34" charset="0"/>
                <a:ea typeface="宋体" pitchFamily="2" charset="-122"/>
              </a:rPr>
              <a:t>With a User</a:t>
            </a: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sp>
        <p:nvSpPr>
          <p:cNvPr id="13" name="Rectangle 12"/>
          <p:cNvSpPr/>
          <p:nvPr/>
        </p:nvSpPr>
        <p:spPr bwMode="auto">
          <a:xfrm>
            <a:off x="431536" y="1519949"/>
            <a:ext cx="2362200" cy="6096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sp>
        <p:nvSpPr>
          <p:cNvPr id="14" name="Content Placeholder 13"/>
          <p:cNvSpPr>
            <a:spLocks noGrp="1"/>
          </p:cNvSpPr>
          <p:nvPr>
            <p:ph idx="1"/>
          </p:nvPr>
        </p:nvSpPr>
        <p:spPr>
          <a:xfrm>
            <a:off x="120770" y="1641715"/>
            <a:ext cx="8001000" cy="4267200"/>
          </a:xfrm>
        </p:spPr>
        <p:txBody>
          <a:bodyPr/>
          <a:lstStyle/>
          <a:p>
            <a:r>
              <a:rPr lang="en-US" sz="1900" b="0" dirty="0">
                <a:latin typeface="Verdana" pitchFamily="34" charset="0"/>
                <a:ea typeface="宋体" pitchFamily="2" charset="-122"/>
              </a:rPr>
              <a:t>Traditional computing</a:t>
            </a:r>
          </a:p>
          <a:p>
            <a:pPr marL="0" indent="0">
              <a:buNone/>
            </a:pPr>
            <a:r>
              <a:rPr lang="en-US" sz="1800" b="0" dirty="0">
                <a:latin typeface="+mj-lt"/>
                <a:ea typeface="宋体" pitchFamily="2" charset="-122"/>
              </a:rPr>
              <a:t>-</a:t>
            </a:r>
            <a:r>
              <a:rPr lang="en-US" sz="1800" b="0" dirty="0">
                <a:solidFill>
                  <a:srgbClr val="FF0000"/>
                </a:solidFill>
                <a:latin typeface="+mj-lt"/>
                <a:ea typeface="宋体" pitchFamily="2" charset="-122"/>
              </a:rPr>
              <a:t>Office environment</a:t>
            </a:r>
          </a:p>
          <a:p>
            <a:pPr marL="0" indent="0">
              <a:buNone/>
            </a:pPr>
            <a:r>
              <a:rPr lang="en-US" sz="1800" b="0" dirty="0">
                <a:latin typeface="+mj-lt"/>
                <a:ea typeface="宋体" pitchFamily="2" charset="-122"/>
              </a:rPr>
              <a:t>PCs connected to a network </a:t>
            </a:r>
          </a:p>
          <a:p>
            <a:pPr marL="0" indent="0">
              <a:buNone/>
            </a:pPr>
            <a:r>
              <a:rPr lang="en-US" sz="1800" b="0" dirty="0"/>
              <a:t>Terminals attached to a mainframe or mini</a:t>
            </a:r>
          </a:p>
          <a:p>
            <a:pPr marL="0" indent="0">
              <a:buNone/>
            </a:pPr>
            <a:r>
              <a:rPr lang="en-US" sz="1800" b="0" dirty="0"/>
              <a:t>Computers providing batch and timesharing, </a:t>
            </a:r>
          </a:p>
          <a:p>
            <a:pPr marL="0" indent="0">
              <a:buNone/>
            </a:pPr>
            <a:r>
              <a:rPr lang="en-US" sz="1800" b="0" dirty="0"/>
              <a:t>awkward </a:t>
            </a:r>
          </a:p>
          <a:p>
            <a:pPr marL="0" indent="0">
              <a:buNone/>
            </a:pPr>
            <a:r>
              <a:rPr lang="en-US" sz="1800" b="0" dirty="0"/>
              <a:t>Remote access and portability                                </a:t>
            </a:r>
          </a:p>
          <a:p>
            <a:pPr marL="0" indent="0">
              <a:buNone/>
            </a:pPr>
            <a:r>
              <a:rPr lang="en-US" sz="1800" b="0" dirty="0"/>
              <a:t>Now portals allowing networked and remote </a:t>
            </a:r>
          </a:p>
          <a:p>
            <a:pPr marL="0" indent="0">
              <a:buNone/>
            </a:pPr>
            <a:r>
              <a:rPr lang="en-US" sz="1800" b="0" dirty="0"/>
              <a:t>System Access to same resources</a:t>
            </a:r>
          </a:p>
          <a:p>
            <a:pPr marL="0" indent="0">
              <a:buNone/>
            </a:pPr>
            <a:r>
              <a:rPr lang="en-US" sz="1800" b="0" dirty="0">
                <a:solidFill>
                  <a:srgbClr val="FF0000"/>
                </a:solidFill>
              </a:rPr>
              <a:t>-Home Networks</a:t>
            </a:r>
          </a:p>
        </p:txBody>
      </p:sp>
      <p:sp>
        <p:nvSpPr>
          <p:cNvPr id="16" name="Rectangle 15"/>
          <p:cNvSpPr/>
          <p:nvPr/>
        </p:nvSpPr>
        <p:spPr bwMode="auto">
          <a:xfrm>
            <a:off x="4580842" y="55639"/>
            <a:ext cx="3200400" cy="9906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FF0000"/>
              </a:solidFill>
              <a:effectLst/>
              <a:latin typeface="Verdana" pitchFamily="34" charset="0"/>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0000"/>
                </a:solidFill>
                <a:effectLst/>
                <a:latin typeface="Verdana" pitchFamily="34" charset="0"/>
                <a:ea typeface="宋体" pitchFamily="2" charset="-122"/>
              </a:rPr>
              <a:t>Computing and OS</a:t>
            </a:r>
          </a:p>
          <a:p>
            <a:pPr marL="0" marR="0" indent="0" algn="ctr" defTabSz="914400" rtl="0" eaLnBrk="1" fontAlgn="base" latinLnBrk="0" hangingPunct="1">
              <a:lnSpc>
                <a:spcPct val="100000"/>
              </a:lnSpc>
              <a:spcBef>
                <a:spcPct val="0"/>
              </a:spcBef>
              <a:spcAft>
                <a:spcPct val="0"/>
              </a:spcAft>
              <a:buClrTx/>
              <a:buSzTx/>
              <a:buFontTx/>
              <a:buNone/>
              <a:tabLst/>
            </a:pPr>
            <a:r>
              <a:rPr lang="en-US" dirty="0">
                <a:solidFill>
                  <a:srgbClr val="FF0000"/>
                </a:solidFill>
                <a:latin typeface="Verdana" pitchFamily="34" charset="0"/>
                <a:ea typeface="宋体" pitchFamily="2" charset="-122"/>
              </a:rPr>
              <a:t>On a single machine</a:t>
            </a:r>
            <a:endParaRPr kumimoji="0" lang="en-US" sz="1800" b="0" i="0" u="none" strike="noStrike" cap="none" normalizeH="0" baseline="0" dirty="0">
              <a:ln>
                <a:noFill/>
              </a:ln>
              <a:solidFill>
                <a:srgbClr val="FF0000"/>
              </a:solidFill>
              <a:effectLst/>
              <a:latin typeface="Verdana" pitchFamily="34" charset="0"/>
              <a:ea typeface="宋体" pitchFamily="2" charset="-122"/>
            </a:endParaRPr>
          </a:p>
        </p:txBody>
      </p:sp>
    </p:spTree>
    <p:extLst>
      <p:ext uri="{BB962C8B-B14F-4D97-AF65-F5344CB8AC3E}">
        <p14:creationId xmlns:p14="http://schemas.microsoft.com/office/powerpoint/2010/main" val="1670791202"/>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Computing Environments</a:t>
            </a:r>
          </a:p>
        </p:txBody>
      </p:sp>
      <p:pic>
        <p:nvPicPr>
          <p:cNvPr id="6" name="Content Placeholder 5"/>
          <p:cNvPicPr>
            <a:picLocks noGrp="1" noChangeAspect="1"/>
          </p:cNvPicPr>
          <p:nvPr>
            <p:ph idx="1"/>
          </p:nvPr>
        </p:nvPicPr>
        <p:blipFill>
          <a:blip r:embed="rId2"/>
          <a:stretch>
            <a:fillRect/>
          </a:stretch>
        </p:blipFill>
        <p:spPr>
          <a:xfrm>
            <a:off x="1066800" y="1447800"/>
            <a:ext cx="5657850" cy="1685925"/>
          </a:xfrm>
          <a:prstGeom prst="rect">
            <a:avLst/>
          </a:prstGeom>
        </p:spPr>
      </p:pic>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46</a:t>
            </a:fld>
            <a:endParaRPr lang="en-US" altLang="en-US"/>
          </a:p>
        </p:txBody>
      </p:sp>
      <p:sp>
        <p:nvSpPr>
          <p:cNvPr id="7" name="Rectangle 6"/>
          <p:cNvSpPr/>
          <p:nvPr/>
        </p:nvSpPr>
        <p:spPr bwMode="auto">
          <a:xfrm>
            <a:off x="152400" y="3429000"/>
            <a:ext cx="8915399" cy="274320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solidFill>
                  <a:srgbClr val="FF0000"/>
                </a:solidFill>
                <a:latin typeface="+mj-lt"/>
                <a:ea typeface="宋体" pitchFamily="2" charset="-122"/>
              </a:rPr>
              <a:t>Client Server Computing</a:t>
            </a:r>
          </a:p>
          <a:p>
            <a:pPr marL="0" marR="0" indent="0" algn="ctr" defTabSz="914400" rtl="0" eaLnBrk="1" fontAlgn="base" latinLnBrk="0" hangingPunct="1">
              <a:lnSpc>
                <a:spcPct val="100000"/>
              </a:lnSpc>
              <a:spcBef>
                <a:spcPct val="0"/>
              </a:spcBef>
              <a:spcAft>
                <a:spcPct val="0"/>
              </a:spcAft>
              <a:buClrTx/>
              <a:buSzTx/>
              <a:buFontTx/>
              <a:buNone/>
              <a:tabLst/>
            </a:pPr>
            <a:endParaRPr lang="en-US" dirty="0">
              <a:latin typeface="+mj-lt"/>
              <a:ea typeface="宋体" pitchFamily="2" charset="-122"/>
            </a:endParaRP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mj-lt"/>
                <a:ea typeface="宋体" pitchFamily="2" charset="-122"/>
              </a:rPr>
              <a:t>-Dump Terminals are supplemented for PCs</a:t>
            </a: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mj-lt"/>
                <a:ea typeface="宋体" pitchFamily="2" charset="-122"/>
              </a:rPr>
              <a:t>-Server Systems to satisfy requests generated </a:t>
            </a: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mj-lt"/>
                <a:ea typeface="宋体" pitchFamily="2" charset="-122"/>
              </a:rPr>
              <a:t>by client systems</a:t>
            </a: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mj-lt"/>
                <a:ea typeface="宋体" pitchFamily="2" charset="-122"/>
              </a:rPr>
              <a:t>Computer-Server provides an interface to client to request services</a:t>
            </a: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mj-lt"/>
                <a:ea typeface="宋体" pitchFamily="2" charset="-122"/>
              </a:rPr>
              <a:t>(</a:t>
            </a:r>
            <a:r>
              <a:rPr lang="en-US" dirty="0" err="1">
                <a:latin typeface="+mj-lt"/>
                <a:ea typeface="宋体" pitchFamily="2" charset="-122"/>
              </a:rPr>
              <a:t>i.e</a:t>
            </a:r>
            <a:r>
              <a:rPr lang="en-US" dirty="0">
                <a:latin typeface="+mj-lt"/>
                <a:ea typeface="宋体" pitchFamily="2" charset="-122"/>
              </a:rPr>
              <a:t> database)</a:t>
            </a: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mj-lt"/>
                <a:ea typeface="宋体" pitchFamily="2" charset="-122"/>
              </a:rPr>
              <a:t>File-Server provides interface for clients to store and retrieve files</a:t>
            </a:r>
          </a:p>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spTree>
    <p:extLst>
      <p:ext uri="{BB962C8B-B14F-4D97-AF65-F5344CB8AC3E}">
        <p14:creationId xmlns:p14="http://schemas.microsoft.com/office/powerpoint/2010/main" val="3048615336"/>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Peer to Peer computing</a:t>
            </a:r>
          </a:p>
        </p:txBody>
      </p:sp>
      <p:sp>
        <p:nvSpPr>
          <p:cNvPr id="3" name="Content Placeholder 2"/>
          <p:cNvSpPr>
            <a:spLocks noGrp="1"/>
          </p:cNvSpPr>
          <p:nvPr>
            <p:ph idx="1"/>
          </p:nvPr>
        </p:nvSpPr>
        <p:spPr/>
        <p:txBody>
          <a:bodyPr/>
          <a:lstStyle/>
          <a:p>
            <a:r>
              <a:rPr lang="en-US" b="0" dirty="0"/>
              <a:t>It is another model of  distributed system</a:t>
            </a:r>
          </a:p>
          <a:p>
            <a:r>
              <a:rPr lang="en-US" b="0" dirty="0"/>
              <a:t>P2P does not differentiate clients and servers</a:t>
            </a:r>
          </a:p>
          <a:p>
            <a:pPr lvl="3"/>
            <a:r>
              <a:rPr lang="en-US" b="0" dirty="0"/>
              <a:t>Instead all nodes are considered peers</a:t>
            </a:r>
          </a:p>
          <a:p>
            <a:pPr lvl="3"/>
            <a:r>
              <a:rPr lang="en-US" b="0" dirty="0"/>
              <a:t>Each may act as a client, a server or booth</a:t>
            </a:r>
          </a:p>
          <a:p>
            <a:pPr lvl="3"/>
            <a:r>
              <a:rPr lang="en-US" b="0" dirty="0"/>
              <a:t>A node must join P2P network</a:t>
            </a:r>
          </a:p>
          <a:p>
            <a:pPr lvl="5"/>
            <a:r>
              <a:rPr lang="en-US" b="0" dirty="0"/>
              <a:t>Registers its service with central lookup service on network or </a:t>
            </a:r>
          </a:p>
          <a:p>
            <a:pPr lvl="5"/>
            <a:r>
              <a:rPr lang="en-US" b="0" dirty="0"/>
              <a:t>Broadcast request for services and respond to requests for service via resource discovery/lookup protocol</a:t>
            </a:r>
          </a:p>
          <a:p>
            <a:pPr lvl="5"/>
            <a:endParaRPr lang="en-US" b="0" dirty="0"/>
          </a:p>
          <a:p>
            <a:pPr marL="1614488" lvl="5" indent="0">
              <a:buNone/>
            </a:pPr>
            <a:r>
              <a:rPr lang="en-US" b="0" dirty="0"/>
              <a:t>-Examples include Napster and Gnutella</a:t>
            </a:r>
          </a:p>
          <a:p>
            <a:pPr lvl="3"/>
            <a:endParaRPr lang="en-US" dirty="0"/>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47</a:t>
            </a:fld>
            <a:endParaRPr lang="en-US" altLang="en-US"/>
          </a:p>
        </p:txBody>
      </p:sp>
    </p:spTree>
    <p:extLst>
      <p:ext uri="{BB962C8B-B14F-4D97-AF65-F5344CB8AC3E}">
        <p14:creationId xmlns:p14="http://schemas.microsoft.com/office/powerpoint/2010/main" val="2177695256"/>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Web based </a:t>
            </a:r>
          </a:p>
        </p:txBody>
      </p:sp>
      <p:sp>
        <p:nvSpPr>
          <p:cNvPr id="3" name="Content Placeholder 2"/>
          <p:cNvSpPr>
            <a:spLocks noGrp="1"/>
          </p:cNvSpPr>
          <p:nvPr>
            <p:ph idx="1"/>
          </p:nvPr>
        </p:nvSpPr>
        <p:spPr>
          <a:xfrm>
            <a:off x="593366" y="1295400"/>
            <a:ext cx="8001000" cy="4724400"/>
          </a:xfrm>
        </p:spPr>
        <p:txBody>
          <a:bodyPr/>
          <a:lstStyle/>
          <a:p>
            <a:r>
              <a:rPr lang="en-US" sz="1800" b="0" dirty="0"/>
              <a:t>Web is becoming ubiquitous</a:t>
            </a:r>
          </a:p>
          <a:p>
            <a:r>
              <a:rPr lang="en-US" sz="1800" b="0" dirty="0"/>
              <a:t>More devices becoming networked to allow web access</a:t>
            </a:r>
          </a:p>
          <a:p>
            <a:r>
              <a:rPr lang="en-US" sz="1800" b="0" dirty="0"/>
              <a:t>Oss run web servers and web client</a:t>
            </a:r>
          </a:p>
          <a:p>
            <a:r>
              <a:rPr lang="en-US" sz="1800" b="0" dirty="0"/>
              <a:t>Web based applications can be developed to run over web servers and Clients</a:t>
            </a:r>
          </a:p>
          <a:p>
            <a:pPr lvl="3"/>
            <a:r>
              <a:rPr lang="en-US" b="0" dirty="0"/>
              <a:t>Having a browser at the client is enough to run most of the application</a:t>
            </a:r>
          </a:p>
          <a:p>
            <a:pPr lvl="3"/>
            <a:r>
              <a:rPr lang="en-US" b="0" dirty="0"/>
              <a:t>No special client software required</a:t>
            </a:r>
          </a:p>
        </p:txBody>
      </p:sp>
      <p:sp>
        <p:nvSpPr>
          <p:cNvPr id="4" name="Footer Placeholder 3"/>
          <p:cNvSpPr>
            <a:spLocks noGrp="1"/>
          </p:cNvSpPr>
          <p:nvPr>
            <p:ph type="ftr" sz="quarter" idx="11"/>
          </p:nvPr>
        </p:nvSpPr>
        <p:spPr/>
        <p:txBody>
          <a:bodyPr/>
          <a:lstStyle/>
          <a:p>
            <a:pPr>
              <a:defRPr/>
            </a:pPr>
            <a:r>
              <a:rPr lang="en-US" altLang="en-US"/>
              <a:t>Department of Computer Science/University of Rwanda</a:t>
            </a:r>
          </a:p>
        </p:txBody>
      </p:sp>
      <p:sp>
        <p:nvSpPr>
          <p:cNvPr id="5" name="Slide Number Placeholder 4"/>
          <p:cNvSpPr>
            <a:spLocks noGrp="1"/>
          </p:cNvSpPr>
          <p:nvPr>
            <p:ph type="sldNum" sz="quarter" idx="12"/>
          </p:nvPr>
        </p:nvSpPr>
        <p:spPr/>
        <p:txBody>
          <a:bodyPr/>
          <a:lstStyle/>
          <a:p>
            <a:pPr>
              <a:defRPr/>
            </a:pPr>
            <a:fld id="{E19ED126-97D1-43AB-8BC1-0843F63B3A78}" type="slidenum">
              <a:rPr lang="en-US" altLang="en-US" smtClean="0"/>
              <a:pPr>
                <a:defRPr/>
              </a:pPr>
              <a:t>48</a:t>
            </a:fld>
            <a:endParaRPr lang="en-US" altLang="en-US"/>
          </a:p>
        </p:txBody>
      </p:sp>
      <p:sp>
        <p:nvSpPr>
          <p:cNvPr id="6" name="Parallelogram 5"/>
          <p:cNvSpPr/>
          <p:nvPr/>
        </p:nvSpPr>
        <p:spPr bwMode="auto">
          <a:xfrm>
            <a:off x="593366" y="3507357"/>
            <a:ext cx="1101725" cy="950343"/>
          </a:xfrm>
          <a:prstGeom prst="parallelogram">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Verdana" pitchFamily="34" charset="0"/>
                <a:ea typeface="宋体" pitchFamily="2" charset="-122"/>
              </a:rPr>
              <a:t>Web </a:t>
            </a:r>
          </a:p>
          <a:p>
            <a:pPr marL="0" marR="0" indent="0" algn="ctr" defTabSz="914400" rtl="0" eaLnBrk="1" fontAlgn="base" latinLnBrk="0" hangingPunct="1">
              <a:lnSpc>
                <a:spcPct val="100000"/>
              </a:lnSpc>
              <a:spcBef>
                <a:spcPct val="0"/>
              </a:spcBef>
              <a:spcAft>
                <a:spcPct val="0"/>
              </a:spcAft>
              <a:buClrTx/>
              <a:buSzTx/>
              <a:buFontTx/>
              <a:buNone/>
              <a:tabLst/>
            </a:pPr>
            <a:r>
              <a:rPr lang="en-US" sz="1400" dirty="0">
                <a:latin typeface="Verdana" pitchFamily="34" charset="0"/>
                <a:ea typeface="宋体" pitchFamily="2" charset="-122"/>
              </a:rPr>
              <a:t>Browser</a:t>
            </a:r>
            <a:endParaRPr kumimoji="0" lang="en-US" sz="1400" b="0" i="0" u="none" strike="noStrike" cap="none" normalizeH="0" baseline="0" dirty="0">
              <a:ln>
                <a:noFill/>
              </a:ln>
              <a:solidFill>
                <a:schemeClr val="tx1"/>
              </a:solidFill>
              <a:effectLst/>
              <a:latin typeface="Verdana" pitchFamily="34" charset="0"/>
              <a:ea typeface="宋体" pitchFamily="2" charset="-122"/>
            </a:endParaRPr>
          </a:p>
        </p:txBody>
      </p:sp>
      <p:sp>
        <p:nvSpPr>
          <p:cNvPr id="7" name="Oval 6"/>
          <p:cNvSpPr/>
          <p:nvPr/>
        </p:nvSpPr>
        <p:spPr bwMode="auto">
          <a:xfrm>
            <a:off x="3628218" y="3628455"/>
            <a:ext cx="1447800" cy="7620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Web</a:t>
            </a:r>
          </a:p>
          <a:p>
            <a:pPr marL="0" marR="0" indent="0" algn="ctr" defTabSz="914400" rtl="0" eaLnBrk="1" fontAlgn="base" latinLnBrk="0" hangingPunct="1">
              <a:lnSpc>
                <a:spcPct val="100000"/>
              </a:lnSpc>
              <a:spcBef>
                <a:spcPct val="0"/>
              </a:spcBef>
              <a:spcAft>
                <a:spcPct val="0"/>
              </a:spcAft>
              <a:buClrTx/>
              <a:buSzTx/>
              <a:buFontTx/>
              <a:buNone/>
              <a:tabLst/>
            </a:pPr>
            <a:r>
              <a:rPr lang="en-US" dirty="0">
                <a:latin typeface="Verdana" pitchFamily="34" charset="0"/>
                <a:ea typeface="宋体" pitchFamily="2" charset="-122"/>
              </a:rPr>
              <a:t>Server</a:t>
            </a:r>
            <a:endParaRPr kumimoji="0" lang="en-US" sz="1800" b="0" i="0" u="none" strike="noStrike" cap="none" normalizeH="0" baseline="0" dirty="0">
              <a:ln>
                <a:noFill/>
              </a:ln>
              <a:solidFill>
                <a:schemeClr val="tx1"/>
              </a:solidFill>
              <a:effectLst/>
              <a:latin typeface="Verdana" pitchFamily="34" charset="0"/>
              <a:ea typeface="宋体" pitchFamily="2" charset="-122"/>
            </a:endParaRPr>
          </a:p>
        </p:txBody>
      </p:sp>
      <p:sp>
        <p:nvSpPr>
          <p:cNvPr id="10" name="Oval 9"/>
          <p:cNvSpPr/>
          <p:nvPr/>
        </p:nvSpPr>
        <p:spPr bwMode="auto">
          <a:xfrm>
            <a:off x="5353919" y="3220528"/>
            <a:ext cx="553528" cy="573657"/>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a typeface="宋体" pitchFamily="2" charset="-122"/>
            </a:endParaRPr>
          </a:p>
        </p:txBody>
      </p:sp>
      <p:sp>
        <p:nvSpPr>
          <p:cNvPr id="11" name="Oval 10"/>
          <p:cNvSpPr/>
          <p:nvPr/>
        </p:nvSpPr>
        <p:spPr bwMode="auto">
          <a:xfrm>
            <a:off x="5374767" y="3847333"/>
            <a:ext cx="553528" cy="573657"/>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a typeface="宋体" pitchFamily="2" charset="-122"/>
            </a:endParaRPr>
          </a:p>
        </p:txBody>
      </p:sp>
      <p:sp>
        <p:nvSpPr>
          <p:cNvPr id="12" name="Oval 11"/>
          <p:cNvSpPr/>
          <p:nvPr/>
        </p:nvSpPr>
        <p:spPr bwMode="auto">
          <a:xfrm>
            <a:off x="5389863" y="4569125"/>
            <a:ext cx="553528" cy="573657"/>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a typeface="宋体" pitchFamily="2" charset="-122"/>
            </a:endParaRPr>
          </a:p>
        </p:txBody>
      </p:sp>
      <p:sp>
        <p:nvSpPr>
          <p:cNvPr id="16" name="Rounded Rectangle 15"/>
          <p:cNvSpPr/>
          <p:nvPr/>
        </p:nvSpPr>
        <p:spPr bwMode="auto">
          <a:xfrm>
            <a:off x="685800" y="4572000"/>
            <a:ext cx="685800" cy="395347"/>
          </a:xfrm>
          <a:prstGeom prst="roundRect">
            <a:avLst/>
          </a:prstGeom>
          <a:no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User</a:t>
            </a:r>
          </a:p>
        </p:txBody>
      </p:sp>
      <p:sp>
        <p:nvSpPr>
          <p:cNvPr id="17" name="Rounded Rectangle 16"/>
          <p:cNvSpPr/>
          <p:nvPr/>
        </p:nvSpPr>
        <p:spPr bwMode="auto">
          <a:xfrm>
            <a:off x="6248400" y="3827910"/>
            <a:ext cx="1600200" cy="363090"/>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Applications</a:t>
            </a:r>
          </a:p>
        </p:txBody>
      </p:sp>
      <p:sp>
        <p:nvSpPr>
          <p:cNvPr id="18" name="Rounded Rectangle 17"/>
          <p:cNvSpPr/>
          <p:nvPr/>
        </p:nvSpPr>
        <p:spPr bwMode="auto">
          <a:xfrm>
            <a:off x="3629145" y="4345406"/>
            <a:ext cx="990600" cy="533400"/>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Pages</a:t>
            </a:r>
          </a:p>
        </p:txBody>
      </p:sp>
      <p:sp>
        <p:nvSpPr>
          <p:cNvPr id="19" name="Rounded Rectangle 18"/>
          <p:cNvSpPr/>
          <p:nvPr/>
        </p:nvSpPr>
        <p:spPr bwMode="auto">
          <a:xfrm>
            <a:off x="2107511" y="4191000"/>
            <a:ext cx="990600" cy="533400"/>
          </a:xfrm>
          <a:prstGeom prst="roundRec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pitchFamily="34" charset="0"/>
                <a:ea typeface="宋体" pitchFamily="2" charset="-122"/>
              </a:rPr>
              <a:t>HTTP</a:t>
            </a:r>
          </a:p>
        </p:txBody>
      </p:sp>
      <p:cxnSp>
        <p:nvCxnSpPr>
          <p:cNvPr id="26" name="Straight Arrow Connector 25"/>
          <p:cNvCxnSpPr>
            <a:stCxn id="6" idx="2"/>
            <a:endCxn id="7" idx="2"/>
          </p:cNvCxnSpPr>
          <p:nvPr/>
        </p:nvCxnSpPr>
        <p:spPr bwMode="auto">
          <a:xfrm>
            <a:off x="1576298" y="3982529"/>
            <a:ext cx="2051920" cy="26926"/>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510389629"/>
      </p:ext>
    </p:extLst>
  </p:cSld>
  <p:clrMapOvr>
    <a:masterClrMapping/>
  </p:clrMapOvr>
  <p:transition>
    <p:random/>
  </p:transition>
</p:sld>
</file>

<file path=ppt/theme/theme1.xml><?xml version="1.0" encoding="utf-8"?>
<a:theme xmlns:a="http://schemas.openxmlformats.org/drawingml/2006/main" name="Theme4">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Arial Narrow"/>
        <a:ea typeface="楷体_GB2312"/>
        <a:cs typeface=""/>
      </a:majorFont>
      <a:minorFont>
        <a:latin typeface="Arial Narrow"/>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4" id="{D1271D06-FED5-49D1-89E3-63866C9BE52A}" vid="{6B2DEF8F-3B8A-4794-8D89-3302166AE4A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Theme4</Template>
  <TotalTime>6840</TotalTime>
  <Words>3518</Words>
  <Application>Microsoft Macintosh PowerPoint</Application>
  <PresentationFormat>On-screen Show (4:3)</PresentationFormat>
  <Paragraphs>561</Paragraphs>
  <Slides>48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Arial Black</vt:lpstr>
      <vt:lpstr>Arial Narrow</vt:lpstr>
      <vt:lpstr>Calibri</vt:lpstr>
      <vt:lpstr>Times</vt:lpstr>
      <vt:lpstr>Verdana</vt:lpstr>
      <vt:lpstr>Wingdings</vt:lpstr>
      <vt:lpstr>Theme4</vt:lpstr>
      <vt:lpstr>                                           Operating Systems   </vt:lpstr>
      <vt:lpstr>  &lt;&lt;Module Name: Operating systems&gt;&gt;                        &lt;&lt;Module Code:CSC2162 &gt;&gt;</vt:lpstr>
      <vt:lpstr>Assessment Pattern</vt:lpstr>
      <vt:lpstr>Recommended Course Textbooks</vt:lpstr>
      <vt:lpstr>Course Tentative plan to be added later</vt:lpstr>
      <vt:lpstr>Some course Tips</vt:lpstr>
      <vt:lpstr>Chapter 1</vt:lpstr>
      <vt:lpstr>What is an Operating System Anyway?</vt:lpstr>
      <vt:lpstr>   Computer system structure </vt:lpstr>
      <vt:lpstr>PowerPoint Presentation</vt:lpstr>
      <vt:lpstr>Operating System Definition</vt:lpstr>
      <vt:lpstr>Operating System Definition Contd…</vt:lpstr>
      <vt:lpstr>Computer Startup</vt:lpstr>
      <vt:lpstr>Computer System Organization</vt:lpstr>
      <vt:lpstr>Computer System Operation</vt:lpstr>
      <vt:lpstr>Common Functions of Interrupts </vt:lpstr>
      <vt:lpstr>Interrupt-Driven OS</vt:lpstr>
      <vt:lpstr>Interrupt Handling</vt:lpstr>
      <vt:lpstr>I/O  Structure(Interrupt Timeline )</vt:lpstr>
      <vt:lpstr>I/O Structure</vt:lpstr>
      <vt:lpstr>Direct Memory Access</vt:lpstr>
      <vt:lpstr>Storage Structure  </vt:lpstr>
      <vt:lpstr>Storage Hierarchy</vt:lpstr>
      <vt:lpstr>Caching</vt:lpstr>
      <vt:lpstr>Caching</vt:lpstr>
      <vt:lpstr>Computer System Architecture</vt:lpstr>
      <vt:lpstr>                   Symmetric Multiprocessing(SMP) </vt:lpstr>
      <vt:lpstr>Clustered Systems</vt:lpstr>
      <vt:lpstr>Operating System  Structure</vt:lpstr>
      <vt:lpstr>Operating System Structure</vt:lpstr>
      <vt:lpstr>Memory Layout for multiprogrammed System</vt:lpstr>
      <vt:lpstr>Operating System Operations</vt:lpstr>
      <vt:lpstr>Dual mode system Operation</vt:lpstr>
      <vt:lpstr>PowerPoint Presentation</vt:lpstr>
      <vt:lpstr>Major OS Concepts/Components/Functions</vt:lpstr>
      <vt:lpstr>Process Management</vt:lpstr>
      <vt:lpstr>Memory Management</vt:lpstr>
      <vt:lpstr>Process Address Space</vt:lpstr>
      <vt:lpstr>Mass-Storage Management</vt:lpstr>
      <vt:lpstr>Performance of different levels of storage</vt:lpstr>
      <vt:lpstr>Migration of integer A From Disk to Register</vt:lpstr>
      <vt:lpstr>I/O Subsystem</vt:lpstr>
      <vt:lpstr>Protection and Security</vt:lpstr>
      <vt:lpstr>Distributed Computing</vt:lpstr>
      <vt:lpstr>Computing Environments()</vt:lpstr>
      <vt:lpstr>Computing Environments</vt:lpstr>
      <vt:lpstr>Peer to Peer computing</vt:lpstr>
      <vt:lpstr>Web based </vt:lpstr>
    </vt:vector>
  </TitlesOfParts>
  <Company>UC Santa Cruz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CMPS 111: Introduction to Operating Systems</dc:title>
  <dc:creator>Ethan L. Miller</dc:creator>
  <cp:lastModifiedBy>Evariste Twahirwa</cp:lastModifiedBy>
  <cp:revision>412</cp:revision>
  <cp:lastPrinted>2002-08-28T17:20:44Z</cp:lastPrinted>
  <dcterms:created xsi:type="dcterms:W3CDTF">2001-06-06T08:11:09Z</dcterms:created>
  <dcterms:modified xsi:type="dcterms:W3CDTF">2025-09-25T07:42:48Z</dcterms:modified>
</cp:coreProperties>
</file>